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64" r:id="rId3"/>
    <p:sldId id="262" r:id="rId4"/>
    <p:sldId id="256" r:id="rId5"/>
    <p:sldId id="260" r:id="rId6"/>
    <p:sldId id="265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957E"/>
    <a:srgbClr val="69A996"/>
    <a:srgbClr val="84ACB6"/>
    <a:srgbClr val="F4F4F3"/>
    <a:srgbClr val="EEEEED"/>
    <a:srgbClr val="7A8C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ria Feito" userId="831b1d9d506c44c4" providerId="LiveId" clId="{899EBA7E-1F2D-4A96-BF83-AD0D3BE42648}"/>
    <pc:docChg chg="delSld modSld">
      <pc:chgData name="Valeria Feito" userId="831b1d9d506c44c4" providerId="LiveId" clId="{899EBA7E-1F2D-4A96-BF83-AD0D3BE42648}" dt="2025-06-18T20:18:49.649" v="4" actId="20577"/>
      <pc:docMkLst>
        <pc:docMk/>
      </pc:docMkLst>
      <pc:sldChg chg="modSp mod">
        <pc:chgData name="Valeria Feito" userId="831b1d9d506c44c4" providerId="LiveId" clId="{899EBA7E-1F2D-4A96-BF83-AD0D3BE42648}" dt="2025-06-18T20:18:49.649" v="4" actId="20577"/>
        <pc:sldMkLst>
          <pc:docMk/>
          <pc:sldMk cId="2456191819" sldId="256"/>
        </pc:sldMkLst>
        <pc:spChg chg="mod">
          <ac:chgData name="Valeria Feito" userId="831b1d9d506c44c4" providerId="LiveId" clId="{899EBA7E-1F2D-4A96-BF83-AD0D3BE42648}" dt="2025-06-18T20:18:49.649" v="4" actId="20577"/>
          <ac:spMkLst>
            <pc:docMk/>
            <pc:sldMk cId="2456191819" sldId="256"/>
            <ac:spMk id="3" creationId="{6D46F2F5-167D-AFD6-E1E0-CD7E34E2B14B}"/>
          </ac:spMkLst>
        </pc:spChg>
      </pc:sldChg>
      <pc:sldChg chg="modSp mod">
        <pc:chgData name="Valeria Feito" userId="831b1d9d506c44c4" providerId="LiveId" clId="{899EBA7E-1F2D-4A96-BF83-AD0D3BE42648}" dt="2025-06-18T00:24:08.685" v="3" actId="14100"/>
        <pc:sldMkLst>
          <pc:docMk/>
          <pc:sldMk cId="2286080659" sldId="260"/>
        </pc:sldMkLst>
        <pc:picChg chg="mod">
          <ac:chgData name="Valeria Feito" userId="831b1d9d506c44c4" providerId="LiveId" clId="{899EBA7E-1F2D-4A96-BF83-AD0D3BE42648}" dt="2025-06-18T00:24:08.685" v="3" actId="14100"/>
          <ac:picMkLst>
            <pc:docMk/>
            <pc:sldMk cId="2286080659" sldId="260"/>
            <ac:picMk id="28" creationId="{A66513C7-7E91-C56D-F5F9-50AC587FB9A3}"/>
          </ac:picMkLst>
        </pc:picChg>
      </pc:sldChg>
      <pc:sldChg chg="del">
        <pc:chgData name="Valeria Feito" userId="831b1d9d506c44c4" providerId="LiveId" clId="{899EBA7E-1F2D-4A96-BF83-AD0D3BE42648}" dt="2025-06-18T00:23:09.852" v="1" actId="47"/>
        <pc:sldMkLst>
          <pc:docMk/>
          <pc:sldMk cId="1711640250" sldId="266"/>
        </pc:sldMkLst>
      </pc:sldChg>
    </pc:docChg>
  </pc:docChgLst>
  <pc:docChgLst>
    <pc:chgData name="Valeria Feito" userId="831b1d9d506c44c4" providerId="LiveId" clId="{A8BBA02A-D5AF-4291-B400-50461CC6F9AF}"/>
    <pc:docChg chg="undo custSel addSld delSld modSld sldOrd addMainMaster delMainMaster">
      <pc:chgData name="Valeria Feito" userId="831b1d9d506c44c4" providerId="LiveId" clId="{A8BBA02A-D5AF-4291-B400-50461CC6F9AF}" dt="2025-06-17T04:13:44.941" v="2470" actId="14100"/>
      <pc:docMkLst>
        <pc:docMk/>
      </pc:docMkLst>
      <pc:sldChg chg="addSp delSp modSp new mod setBg modClrScheme addAnim delAnim chgLayout">
        <pc:chgData name="Valeria Feito" userId="831b1d9d506c44c4" providerId="LiveId" clId="{A8BBA02A-D5AF-4291-B400-50461CC6F9AF}" dt="2025-06-17T04:07:50.462" v="2394" actId="20577"/>
        <pc:sldMkLst>
          <pc:docMk/>
          <pc:sldMk cId="2456191819" sldId="256"/>
        </pc:sldMkLst>
        <pc:spChg chg="mod ord">
          <ac:chgData name="Valeria Feito" userId="831b1d9d506c44c4" providerId="LiveId" clId="{A8BBA02A-D5AF-4291-B400-50461CC6F9AF}" dt="2025-06-17T03:53:58.111" v="2314" actId="166"/>
          <ac:spMkLst>
            <pc:docMk/>
            <pc:sldMk cId="2456191819" sldId="256"/>
            <ac:spMk id="2" creationId="{D512420A-8407-0628-AF5B-FD55809957E1}"/>
          </ac:spMkLst>
        </pc:spChg>
        <pc:spChg chg="mod">
          <ac:chgData name="Valeria Feito" userId="831b1d9d506c44c4" providerId="LiveId" clId="{A8BBA02A-D5AF-4291-B400-50461CC6F9AF}" dt="2025-06-17T04:07:50.462" v="2394" actId="20577"/>
          <ac:spMkLst>
            <pc:docMk/>
            <pc:sldMk cId="2456191819" sldId="256"/>
            <ac:spMk id="3" creationId="{6D46F2F5-167D-AFD6-E1E0-CD7E34E2B14B}"/>
          </ac:spMkLst>
        </pc:spChg>
        <pc:spChg chg="add mod ord">
          <ac:chgData name="Valeria Feito" userId="831b1d9d506c44c4" providerId="LiveId" clId="{A8BBA02A-D5AF-4291-B400-50461CC6F9AF}" dt="2025-06-17T03:54:18.974" v="2318" actId="14100"/>
          <ac:spMkLst>
            <pc:docMk/>
            <pc:sldMk cId="2456191819" sldId="256"/>
            <ac:spMk id="5" creationId="{E483C607-B2E7-D682-CE7D-8F87D860D3B7}"/>
          </ac:spMkLst>
        </pc:spChg>
        <pc:spChg chg="add mod ord">
          <ac:chgData name="Valeria Feito" userId="831b1d9d506c44c4" providerId="LiveId" clId="{A8BBA02A-D5AF-4291-B400-50461CC6F9AF}" dt="2025-06-17T03:19:23.367" v="1651" actId="14100"/>
          <ac:spMkLst>
            <pc:docMk/>
            <pc:sldMk cId="2456191819" sldId="256"/>
            <ac:spMk id="6" creationId="{7CE3DF5A-68C0-4656-22AF-7FC1A05C8976}"/>
          </ac:spMkLst>
        </pc:spChg>
        <pc:spChg chg="mod topLvl">
          <ac:chgData name="Valeria Feito" userId="831b1d9d506c44c4" providerId="LiveId" clId="{A8BBA02A-D5AF-4291-B400-50461CC6F9AF}" dt="2025-06-17T03:21:15.412" v="1764" actId="1037"/>
          <ac:spMkLst>
            <pc:docMk/>
            <pc:sldMk cId="2456191819" sldId="256"/>
            <ac:spMk id="8" creationId="{534AC681-822A-F293-48D1-2C21317890B0}"/>
          </ac:spMkLst>
        </pc:spChg>
        <pc:spChg chg="add">
          <ac:chgData name="Valeria Feito" userId="831b1d9d506c44c4" providerId="LiveId" clId="{A8BBA02A-D5AF-4291-B400-50461CC6F9AF}" dt="2025-06-12T05:14:10.052" v="330" actId="26606"/>
          <ac:spMkLst>
            <pc:docMk/>
            <pc:sldMk cId="2456191819" sldId="256"/>
            <ac:spMk id="10" creationId="{8930EBA3-4D2E-42E8-B828-834555328D85}"/>
          </ac:spMkLst>
        </pc:spChg>
        <pc:spChg chg="add">
          <ac:chgData name="Valeria Feito" userId="831b1d9d506c44c4" providerId="LiveId" clId="{A8BBA02A-D5AF-4291-B400-50461CC6F9AF}" dt="2025-06-12T05:14:10.052" v="330" actId="26606"/>
          <ac:spMkLst>
            <pc:docMk/>
            <pc:sldMk cId="2456191819" sldId="256"/>
            <ac:spMk id="12" creationId="{E58B2195-5055-402F-A3E7-53FF0E4980C3}"/>
          </ac:spMkLst>
        </pc:spChg>
        <pc:spChg chg="add">
          <ac:chgData name="Valeria Feito" userId="831b1d9d506c44c4" providerId="LiveId" clId="{A8BBA02A-D5AF-4291-B400-50461CC6F9AF}" dt="2025-06-12T05:14:10.052" v="330" actId="26606"/>
          <ac:spMkLst>
            <pc:docMk/>
            <pc:sldMk cId="2456191819" sldId="256"/>
            <ac:spMk id="14" creationId="{528AA953-F4F9-4DC5-97C7-491F4AF937DC}"/>
          </ac:spMkLst>
        </pc:spChg>
        <pc:spChg chg="add mod ord">
          <ac:chgData name="Valeria Feito" userId="831b1d9d506c44c4" providerId="LiveId" clId="{A8BBA02A-D5AF-4291-B400-50461CC6F9AF}" dt="2025-06-17T03:20:10.077" v="1719" actId="14100"/>
          <ac:spMkLst>
            <pc:docMk/>
            <pc:sldMk cId="2456191819" sldId="256"/>
            <ac:spMk id="18" creationId="{909F7AAC-B975-00DF-C5B3-ED5972D80515}"/>
          </ac:spMkLst>
        </pc:spChg>
        <pc:picChg chg="add mod">
          <ac:chgData name="Valeria Feito" userId="831b1d9d506c44c4" providerId="LiveId" clId="{A8BBA02A-D5AF-4291-B400-50461CC6F9AF}" dt="2025-06-17T03:21:15.412" v="1764" actId="1037"/>
          <ac:picMkLst>
            <pc:docMk/>
            <pc:sldMk cId="2456191819" sldId="256"/>
            <ac:picMk id="4" creationId="{38F22E35-D416-F59E-23EF-A24B6D8D02D4}"/>
          </ac:picMkLst>
        </pc:picChg>
      </pc:sldChg>
      <pc:sldChg chg="addSp delSp modSp add del mod setBg">
        <pc:chgData name="Valeria Feito" userId="831b1d9d506c44c4" providerId="LiveId" clId="{A8BBA02A-D5AF-4291-B400-50461CC6F9AF}" dt="2025-06-12T05:35:55.865" v="569" actId="47"/>
        <pc:sldMkLst>
          <pc:docMk/>
          <pc:sldMk cId="492818615" sldId="257"/>
        </pc:sldMkLst>
      </pc:sldChg>
      <pc:sldChg chg="addSp delSp modSp add del mod setBg">
        <pc:chgData name="Valeria Feito" userId="831b1d9d506c44c4" providerId="LiveId" clId="{A8BBA02A-D5AF-4291-B400-50461CC6F9AF}" dt="2025-06-12T05:36:12.639" v="570" actId="47"/>
        <pc:sldMkLst>
          <pc:docMk/>
          <pc:sldMk cId="2998623627" sldId="258"/>
        </pc:sldMkLst>
      </pc:sldChg>
      <pc:sldChg chg="addSp delSp modSp add mod ord">
        <pc:chgData name="Valeria Feito" userId="831b1d9d506c44c4" providerId="LiveId" clId="{A8BBA02A-D5AF-4291-B400-50461CC6F9AF}" dt="2025-06-17T04:13:11.064" v="2468" actId="207"/>
        <pc:sldMkLst>
          <pc:docMk/>
          <pc:sldMk cId="673516548" sldId="259"/>
        </pc:sldMkLst>
        <pc:spChg chg="mod">
          <ac:chgData name="Valeria Feito" userId="831b1d9d506c44c4" providerId="LiveId" clId="{A8BBA02A-D5AF-4291-B400-50461CC6F9AF}" dt="2025-06-12T05:00:14.904" v="214" actId="1582"/>
          <ac:spMkLst>
            <pc:docMk/>
            <pc:sldMk cId="673516548" sldId="259"/>
            <ac:spMk id="2" creationId="{F4317709-B61C-57D9-1AC0-BB9E7ED2E395}"/>
          </ac:spMkLst>
        </pc:spChg>
        <pc:spChg chg="mod ord">
          <ac:chgData name="Valeria Feito" userId="831b1d9d506c44c4" providerId="LiveId" clId="{A8BBA02A-D5AF-4291-B400-50461CC6F9AF}" dt="2025-06-17T04:13:11.064" v="2468" actId="207"/>
          <ac:spMkLst>
            <pc:docMk/>
            <pc:sldMk cId="673516548" sldId="259"/>
            <ac:spMk id="3" creationId="{534B2E79-B9DC-73EC-E504-277F5AE96C2F}"/>
          </ac:spMkLst>
        </pc:spChg>
        <pc:spChg chg="add mod">
          <ac:chgData name="Valeria Feito" userId="831b1d9d506c44c4" providerId="LiveId" clId="{A8BBA02A-D5AF-4291-B400-50461CC6F9AF}" dt="2025-06-12T05:54:48.975" v="886" actId="947"/>
          <ac:spMkLst>
            <pc:docMk/>
            <pc:sldMk cId="673516548" sldId="259"/>
            <ac:spMk id="5" creationId="{7276B6A9-DAF9-2059-A208-7ADEEA4C367C}"/>
          </ac:spMkLst>
        </pc:spChg>
        <pc:spChg chg="add del mod ord">
          <ac:chgData name="Valeria Feito" userId="831b1d9d506c44c4" providerId="LiveId" clId="{A8BBA02A-D5AF-4291-B400-50461CC6F9AF}" dt="2025-06-17T04:12:49.995" v="2467" actId="478"/>
          <ac:spMkLst>
            <pc:docMk/>
            <pc:sldMk cId="673516548" sldId="259"/>
            <ac:spMk id="6" creationId="{2A81BD01-F2C1-CC5A-34B8-BDF620EF5754}"/>
          </ac:spMkLst>
        </pc:spChg>
        <pc:spChg chg="add del mod">
          <ac:chgData name="Valeria Feito" userId="831b1d9d506c44c4" providerId="LiveId" clId="{A8BBA02A-D5AF-4291-B400-50461CC6F9AF}" dt="2025-06-17T04:12:43.082" v="2457"/>
          <ac:spMkLst>
            <pc:docMk/>
            <pc:sldMk cId="673516548" sldId="259"/>
            <ac:spMk id="7" creationId="{7CE5FD94-994D-BFFE-E383-7F2E360E1BD3}"/>
          </ac:spMkLst>
        </pc:spChg>
      </pc:sldChg>
      <pc:sldChg chg="addSp delSp modSp add mod ord setBg">
        <pc:chgData name="Valeria Feito" userId="831b1d9d506c44c4" providerId="LiveId" clId="{A8BBA02A-D5AF-4291-B400-50461CC6F9AF}" dt="2025-06-17T04:05:44.501" v="2393" actId="20577"/>
        <pc:sldMkLst>
          <pc:docMk/>
          <pc:sldMk cId="2286080659" sldId="260"/>
        </pc:sldMkLst>
        <pc:spChg chg="mod">
          <ac:chgData name="Valeria Feito" userId="831b1d9d506c44c4" providerId="LiveId" clId="{A8BBA02A-D5AF-4291-B400-50461CC6F9AF}" dt="2025-06-17T04:02:39.968" v="2366" actId="14100"/>
          <ac:spMkLst>
            <pc:docMk/>
            <pc:sldMk cId="2286080659" sldId="260"/>
            <ac:spMk id="2" creationId="{FB70AF1A-AFA8-F144-DE56-9A63041D8B86}"/>
          </ac:spMkLst>
        </pc:spChg>
        <pc:spChg chg="del mod ord">
          <ac:chgData name="Valeria Feito" userId="831b1d9d506c44c4" providerId="LiveId" clId="{A8BBA02A-D5AF-4291-B400-50461CC6F9AF}" dt="2025-06-17T04:05:11.281" v="2385" actId="478"/>
          <ac:spMkLst>
            <pc:docMk/>
            <pc:sldMk cId="2286080659" sldId="260"/>
            <ac:spMk id="3" creationId="{BB30B6FF-F165-5356-9506-A66F6862C84A}"/>
          </ac:spMkLst>
        </pc:spChg>
        <pc:spChg chg="add mod ord">
          <ac:chgData name="Valeria Feito" userId="831b1d9d506c44c4" providerId="LiveId" clId="{A8BBA02A-D5AF-4291-B400-50461CC6F9AF}" dt="2025-06-17T04:05:44.501" v="2393" actId="20577"/>
          <ac:spMkLst>
            <pc:docMk/>
            <pc:sldMk cId="2286080659" sldId="260"/>
            <ac:spMk id="25" creationId="{61608303-D05B-41E1-3176-06784C1A4CD7}"/>
          </ac:spMkLst>
        </pc:spChg>
        <pc:spChg chg="add del mod ord">
          <ac:chgData name="Valeria Feito" userId="831b1d9d506c44c4" providerId="LiveId" clId="{A8BBA02A-D5AF-4291-B400-50461CC6F9AF}" dt="2025-06-17T04:05:11.281" v="2385" actId="478"/>
          <ac:spMkLst>
            <pc:docMk/>
            <pc:sldMk cId="2286080659" sldId="260"/>
            <ac:spMk id="27" creationId="{FCDEE13D-3EA9-DA10-73D2-7DA5BAD61F84}"/>
          </ac:spMkLst>
        </pc:spChg>
        <pc:spChg chg="add del mod ord">
          <ac:chgData name="Valeria Feito" userId="831b1d9d506c44c4" providerId="LiveId" clId="{A8BBA02A-D5AF-4291-B400-50461CC6F9AF}" dt="2025-06-17T03:36:51.288" v="1978" actId="1076"/>
          <ac:spMkLst>
            <pc:docMk/>
            <pc:sldMk cId="2286080659" sldId="260"/>
            <ac:spMk id="29" creationId="{5AFBBDEE-05AD-70EF-17B6-9EA793FF7360}"/>
          </ac:spMkLst>
        </pc:spChg>
        <pc:spChg chg="add del mod">
          <ac:chgData name="Valeria Feito" userId="831b1d9d506c44c4" providerId="LiveId" clId="{A8BBA02A-D5AF-4291-B400-50461CC6F9AF}" dt="2025-06-17T04:05:14.620" v="2386" actId="478"/>
          <ac:spMkLst>
            <pc:docMk/>
            <pc:sldMk cId="2286080659" sldId="260"/>
            <ac:spMk id="31" creationId="{BB025C5E-F91D-505C-CBFC-AB90B02E9E4C}"/>
          </ac:spMkLst>
        </pc:spChg>
        <pc:spChg chg="add">
          <ac:chgData name="Valeria Feito" userId="831b1d9d506c44c4" providerId="LiveId" clId="{A8BBA02A-D5AF-4291-B400-50461CC6F9AF}" dt="2025-06-13T20:34:18.470" v="1006" actId="26606"/>
          <ac:spMkLst>
            <pc:docMk/>
            <pc:sldMk cId="2286080659" sldId="260"/>
            <ac:spMk id="47" creationId="{F12E7CC5-C78B-4EBD-9565-3FA00FAA6CF2}"/>
          </ac:spMkLst>
        </pc:spChg>
        <pc:spChg chg="add">
          <ac:chgData name="Valeria Feito" userId="831b1d9d506c44c4" providerId="LiveId" clId="{A8BBA02A-D5AF-4291-B400-50461CC6F9AF}" dt="2025-06-13T20:34:18.470" v="1006" actId="26606"/>
          <ac:spMkLst>
            <pc:docMk/>
            <pc:sldMk cId="2286080659" sldId="260"/>
            <ac:spMk id="49" creationId="{3A4529A5-F675-429F-8044-01372BB13422}"/>
          </ac:spMkLst>
        </pc:spChg>
        <pc:spChg chg="add">
          <ac:chgData name="Valeria Feito" userId="831b1d9d506c44c4" providerId="LiveId" clId="{A8BBA02A-D5AF-4291-B400-50461CC6F9AF}" dt="2025-06-13T20:34:18.470" v="1006" actId="26606"/>
          <ac:spMkLst>
            <pc:docMk/>
            <pc:sldMk cId="2286080659" sldId="260"/>
            <ac:spMk id="51" creationId="{63DAB858-5A0C-4AFF-AAC6-705EDF8DB733}"/>
          </ac:spMkLst>
        </pc:spChg>
        <pc:grpChg chg="mod">
          <ac:chgData name="Valeria Feito" userId="831b1d9d506c44c4" providerId="LiveId" clId="{A8BBA02A-D5AF-4291-B400-50461CC6F9AF}" dt="2025-06-17T03:24:45.900" v="1784"/>
          <ac:grpSpMkLst>
            <pc:docMk/>
            <pc:sldMk cId="2286080659" sldId="260"/>
            <ac:grpSpMk id="7" creationId="{3BC7BB2C-8D9E-C1AA-171C-190C29DB3A1B}"/>
          </ac:grpSpMkLst>
        </pc:grpChg>
        <pc:grpChg chg="mod">
          <ac:chgData name="Valeria Feito" userId="831b1d9d506c44c4" providerId="LiveId" clId="{A8BBA02A-D5AF-4291-B400-50461CC6F9AF}" dt="2025-06-17T03:25:43.126" v="1796"/>
          <ac:grpSpMkLst>
            <pc:docMk/>
            <pc:sldMk cId="2286080659" sldId="260"/>
            <ac:grpSpMk id="14" creationId="{C49B835C-15D2-7154-DE29-A547AA7353DB}"/>
          </ac:grpSpMkLst>
        </pc:grpChg>
        <pc:picChg chg="add del mod ord">
          <ac:chgData name="Valeria Feito" userId="831b1d9d506c44c4" providerId="LiveId" clId="{A8BBA02A-D5AF-4291-B400-50461CC6F9AF}" dt="2025-06-17T03:33:27.317" v="1948" actId="478"/>
          <ac:picMkLst>
            <pc:docMk/>
            <pc:sldMk cId="2286080659" sldId="260"/>
            <ac:picMk id="5" creationId="{E5624A1E-F701-0E4C-879E-BF92BD0BC20A}"/>
          </ac:picMkLst>
        </pc:picChg>
        <pc:picChg chg="add mod">
          <ac:chgData name="Valeria Feito" userId="831b1d9d506c44c4" providerId="LiveId" clId="{A8BBA02A-D5AF-4291-B400-50461CC6F9AF}" dt="2025-06-17T03:33:52.752" v="1953" actId="1076"/>
          <ac:picMkLst>
            <pc:docMk/>
            <pc:sldMk cId="2286080659" sldId="260"/>
            <ac:picMk id="28" creationId="{A66513C7-7E91-C56D-F5F9-50AC587FB9A3}"/>
          </ac:picMkLst>
        </pc:picChg>
        <pc:inkChg chg="add del mod">
          <ac:chgData name="Valeria Feito" userId="831b1d9d506c44c4" providerId="LiveId" clId="{A8BBA02A-D5AF-4291-B400-50461CC6F9AF}" dt="2025-06-17T03:24:52.832" v="1785"/>
          <ac:inkMkLst>
            <pc:docMk/>
            <pc:sldMk cId="2286080659" sldId="260"/>
            <ac:inkMk id="4" creationId="{7A316F07-4C11-6A9A-CEED-6659B46CE80D}"/>
          </ac:inkMkLst>
        </pc:inkChg>
        <pc:inkChg chg="add del mod">
          <ac:chgData name="Valeria Feito" userId="831b1d9d506c44c4" providerId="LiveId" clId="{A8BBA02A-D5AF-4291-B400-50461CC6F9AF}" dt="2025-06-17T03:24:45.900" v="1784"/>
          <ac:inkMkLst>
            <pc:docMk/>
            <pc:sldMk cId="2286080659" sldId="260"/>
            <ac:inkMk id="6" creationId="{CF2BFBF4-4273-2460-F2DD-487202E816A6}"/>
          </ac:inkMkLst>
        </pc:inkChg>
        <pc:inkChg chg="add del">
          <ac:chgData name="Valeria Feito" userId="831b1d9d506c44c4" providerId="LiveId" clId="{A8BBA02A-D5AF-4291-B400-50461CC6F9AF}" dt="2025-06-17T03:25:05.094" v="1787"/>
          <ac:inkMkLst>
            <pc:docMk/>
            <pc:sldMk cId="2286080659" sldId="260"/>
            <ac:inkMk id="8" creationId="{B76D397E-923E-6F52-1D5D-A4F37AB0C620}"/>
          </ac:inkMkLst>
        </pc:inkChg>
        <pc:inkChg chg="add del">
          <ac:chgData name="Valeria Feito" userId="831b1d9d506c44c4" providerId="LiveId" clId="{A8BBA02A-D5AF-4291-B400-50461CC6F9AF}" dt="2025-06-17T03:25:20.191" v="1789"/>
          <ac:inkMkLst>
            <pc:docMk/>
            <pc:sldMk cId="2286080659" sldId="260"/>
            <ac:inkMk id="9" creationId="{61464B84-E93F-B30B-DC4E-0BCBECB29221}"/>
          </ac:inkMkLst>
        </pc:inkChg>
        <pc:inkChg chg="add del">
          <ac:chgData name="Valeria Feito" userId="831b1d9d506c44c4" providerId="LiveId" clId="{A8BBA02A-D5AF-4291-B400-50461CC6F9AF}" dt="2025-06-17T03:25:44.819" v="1799" actId="9405"/>
          <ac:inkMkLst>
            <pc:docMk/>
            <pc:sldMk cId="2286080659" sldId="260"/>
            <ac:inkMk id="10" creationId="{99B08D65-28FB-37F0-7C9A-F72249338968}"/>
          </ac:inkMkLst>
        </pc:inkChg>
        <pc:inkChg chg="add">
          <ac:chgData name="Valeria Feito" userId="831b1d9d506c44c4" providerId="LiveId" clId="{A8BBA02A-D5AF-4291-B400-50461CC6F9AF}" dt="2025-06-17T03:25:30.478" v="1791"/>
          <ac:inkMkLst>
            <pc:docMk/>
            <pc:sldMk cId="2286080659" sldId="260"/>
            <ac:inkMk id="11" creationId="{057FB06C-CF1A-9939-068A-67846503D06A}"/>
          </ac:inkMkLst>
        </pc:inkChg>
        <pc:inkChg chg="add del mod">
          <ac:chgData name="Valeria Feito" userId="831b1d9d506c44c4" providerId="LiveId" clId="{A8BBA02A-D5AF-4291-B400-50461CC6F9AF}" dt="2025-06-17T03:25:43.726" v="1797" actId="9405"/>
          <ac:inkMkLst>
            <pc:docMk/>
            <pc:sldMk cId="2286080659" sldId="260"/>
            <ac:inkMk id="12" creationId="{65C17B1A-B997-8C15-2643-695146752943}"/>
          </ac:inkMkLst>
        </pc:inkChg>
        <pc:inkChg chg="add del mod">
          <ac:chgData name="Valeria Feito" userId="831b1d9d506c44c4" providerId="LiveId" clId="{A8BBA02A-D5AF-4291-B400-50461CC6F9AF}" dt="2025-06-17T03:25:43.126" v="1796"/>
          <ac:inkMkLst>
            <pc:docMk/>
            <pc:sldMk cId="2286080659" sldId="260"/>
            <ac:inkMk id="13" creationId="{DBA0B715-7108-D732-08AA-F8BFE275AE16}"/>
          </ac:inkMkLst>
        </pc:inkChg>
        <pc:inkChg chg="add del">
          <ac:chgData name="Valeria Feito" userId="831b1d9d506c44c4" providerId="LiveId" clId="{A8BBA02A-D5AF-4291-B400-50461CC6F9AF}" dt="2025-06-17T03:25:50.950" v="1801" actId="9405"/>
          <ac:inkMkLst>
            <pc:docMk/>
            <pc:sldMk cId="2286080659" sldId="260"/>
            <ac:inkMk id="15" creationId="{CCFDAFE8-6CF3-BA4F-E0FB-89F7BFDAB615}"/>
          </ac:inkMkLst>
        </pc:inkChg>
        <pc:inkChg chg="add del">
          <ac:chgData name="Valeria Feito" userId="831b1d9d506c44c4" providerId="LiveId" clId="{A8BBA02A-D5AF-4291-B400-50461CC6F9AF}" dt="2025-06-17T03:26:02.143" v="1803"/>
          <ac:inkMkLst>
            <pc:docMk/>
            <pc:sldMk cId="2286080659" sldId="260"/>
            <ac:inkMk id="16" creationId="{D125F919-60C5-1EEF-F095-DE440FD519AD}"/>
          </ac:inkMkLst>
        </pc:inkChg>
        <pc:inkChg chg="add del">
          <ac:chgData name="Valeria Feito" userId="831b1d9d506c44c4" providerId="LiveId" clId="{A8BBA02A-D5AF-4291-B400-50461CC6F9AF}" dt="2025-06-17T03:26:36.702" v="1817" actId="9405"/>
          <ac:inkMkLst>
            <pc:docMk/>
            <pc:sldMk cId="2286080659" sldId="260"/>
            <ac:inkMk id="17" creationId="{2303FDD9-862C-8D91-B5BC-EAFB4E03BCB1}"/>
          </ac:inkMkLst>
        </pc:inkChg>
        <pc:inkChg chg="add">
          <ac:chgData name="Valeria Feito" userId="831b1d9d506c44c4" providerId="LiveId" clId="{A8BBA02A-D5AF-4291-B400-50461CC6F9AF}" dt="2025-06-17T03:26:09.266" v="1805"/>
          <ac:inkMkLst>
            <pc:docMk/>
            <pc:sldMk cId="2286080659" sldId="260"/>
            <ac:inkMk id="18" creationId="{043F3837-397D-08B5-EBDF-1FEDC138C169}"/>
          </ac:inkMkLst>
        </pc:inkChg>
        <pc:inkChg chg="add del">
          <ac:chgData name="Valeria Feito" userId="831b1d9d506c44c4" providerId="LiveId" clId="{A8BBA02A-D5AF-4291-B400-50461CC6F9AF}" dt="2025-06-17T03:26:35.815" v="1815" actId="9405"/>
          <ac:inkMkLst>
            <pc:docMk/>
            <pc:sldMk cId="2286080659" sldId="260"/>
            <ac:inkMk id="19" creationId="{A061E525-6ADA-E13B-E71A-950CEFEB98EC}"/>
          </ac:inkMkLst>
        </pc:inkChg>
        <pc:inkChg chg="add mod">
          <ac:chgData name="Valeria Feito" userId="831b1d9d506c44c4" providerId="LiveId" clId="{A8BBA02A-D5AF-4291-B400-50461CC6F9AF}" dt="2025-06-17T03:26:34.965" v="1813"/>
          <ac:inkMkLst>
            <pc:docMk/>
            <pc:sldMk cId="2286080659" sldId="260"/>
            <ac:inkMk id="20" creationId="{25F05DE9-8F04-0F1D-271F-3A8D8DF2A7BA}"/>
          </ac:inkMkLst>
        </pc:inkChg>
        <pc:inkChg chg="add del">
          <ac:chgData name="Valeria Feito" userId="831b1d9d506c44c4" providerId="LiveId" clId="{A8BBA02A-D5AF-4291-B400-50461CC6F9AF}" dt="2025-06-17T03:26:25.505" v="1810" actId="9405"/>
          <ac:inkMkLst>
            <pc:docMk/>
            <pc:sldMk cId="2286080659" sldId="260"/>
            <ac:inkMk id="21" creationId="{13E6898A-C0E2-1B88-C064-DE383C1BECE0}"/>
          </ac:inkMkLst>
        </pc:inkChg>
        <pc:inkChg chg="add del">
          <ac:chgData name="Valeria Feito" userId="831b1d9d506c44c4" providerId="LiveId" clId="{A8BBA02A-D5AF-4291-B400-50461CC6F9AF}" dt="2025-06-17T03:26:34.637" v="1812" actId="9405"/>
          <ac:inkMkLst>
            <pc:docMk/>
            <pc:sldMk cId="2286080659" sldId="260"/>
            <ac:inkMk id="22" creationId="{0E8679D8-7ACD-242E-ABEF-032120904C76}"/>
          </ac:inkMkLst>
        </pc:inkChg>
        <pc:inkChg chg="add del">
          <ac:chgData name="Valeria Feito" userId="831b1d9d506c44c4" providerId="LiveId" clId="{A8BBA02A-D5AF-4291-B400-50461CC6F9AF}" dt="2025-06-17T03:26:42.988" v="1819"/>
          <ac:inkMkLst>
            <pc:docMk/>
            <pc:sldMk cId="2286080659" sldId="260"/>
            <ac:inkMk id="23" creationId="{7FE10275-5B3B-C62F-F4F4-4819C55EAF12}"/>
          </ac:inkMkLst>
        </pc:inkChg>
        <pc:inkChg chg="add del mod">
          <ac:chgData name="Valeria Feito" userId="831b1d9d506c44c4" providerId="LiveId" clId="{A8BBA02A-D5AF-4291-B400-50461CC6F9AF}" dt="2025-06-17T03:34:23.523" v="1958" actId="478"/>
          <ac:inkMkLst>
            <pc:docMk/>
            <pc:sldMk cId="2286080659" sldId="260"/>
            <ac:inkMk id="24" creationId="{ACA61D93-ECDA-B2F9-54B3-2DE065E3C577}"/>
          </ac:inkMkLst>
        </pc:inkChg>
        <pc:inkChg chg="add del mod">
          <ac:chgData name="Valeria Feito" userId="831b1d9d506c44c4" providerId="LiveId" clId="{A8BBA02A-D5AF-4291-B400-50461CC6F9AF}" dt="2025-06-17T03:34:25.771" v="1959" actId="478"/>
          <ac:inkMkLst>
            <pc:docMk/>
            <pc:sldMk cId="2286080659" sldId="260"/>
            <ac:inkMk id="26" creationId="{614465DA-7C9E-BBA8-2E7C-9B35E576B2B4}"/>
          </ac:inkMkLst>
        </pc:inkChg>
      </pc:sldChg>
      <pc:sldChg chg="addSp delSp modSp add del mod setBg addAnim delAnim">
        <pc:chgData name="Valeria Feito" userId="831b1d9d506c44c4" providerId="LiveId" clId="{A8BBA02A-D5AF-4291-B400-50461CC6F9AF}" dt="2025-06-12T05:52:39.590" v="881" actId="47"/>
        <pc:sldMkLst>
          <pc:docMk/>
          <pc:sldMk cId="3101542765" sldId="261"/>
        </pc:sldMkLst>
      </pc:sldChg>
      <pc:sldChg chg="addSp delSp modSp add mod ord setBg">
        <pc:chgData name="Valeria Feito" userId="831b1d9d506c44c4" providerId="LiveId" clId="{A8BBA02A-D5AF-4291-B400-50461CC6F9AF}" dt="2025-06-17T04:04:01.196" v="2375" actId="113"/>
        <pc:sldMkLst>
          <pc:docMk/>
          <pc:sldMk cId="2458321773" sldId="262"/>
        </pc:sldMkLst>
        <pc:spChg chg="mod">
          <ac:chgData name="Valeria Feito" userId="831b1d9d506c44c4" providerId="LiveId" clId="{A8BBA02A-D5AF-4291-B400-50461CC6F9AF}" dt="2025-06-17T04:03:50.426" v="2374" actId="1076"/>
          <ac:spMkLst>
            <pc:docMk/>
            <pc:sldMk cId="2458321773" sldId="262"/>
            <ac:spMk id="2" creationId="{38C08757-B1D8-012F-8596-71F244034B53}"/>
          </ac:spMkLst>
        </pc:spChg>
        <pc:spChg chg="mod">
          <ac:chgData name="Valeria Feito" userId="831b1d9d506c44c4" providerId="LiveId" clId="{A8BBA02A-D5AF-4291-B400-50461CC6F9AF}" dt="2025-06-17T04:04:01.196" v="2375" actId="113"/>
          <ac:spMkLst>
            <pc:docMk/>
            <pc:sldMk cId="2458321773" sldId="262"/>
            <ac:spMk id="3" creationId="{DB611B2A-185D-7A3F-1B12-42F9F48FD4BF}"/>
          </ac:spMkLst>
        </pc:spChg>
        <pc:spChg chg="add mod">
          <ac:chgData name="Valeria Feito" userId="831b1d9d506c44c4" providerId="LiveId" clId="{A8BBA02A-D5AF-4291-B400-50461CC6F9AF}" dt="2025-06-12T05:59:51.873" v="920" actId="2085"/>
          <ac:spMkLst>
            <pc:docMk/>
            <pc:sldMk cId="2458321773" sldId="262"/>
            <ac:spMk id="7" creationId="{A86326EE-5663-14DC-64DB-20F91D71F497}"/>
          </ac:spMkLst>
        </pc:spChg>
        <pc:picChg chg="add mod ord">
          <ac:chgData name="Valeria Feito" userId="831b1d9d506c44c4" providerId="LiveId" clId="{A8BBA02A-D5AF-4291-B400-50461CC6F9AF}" dt="2025-06-12T05:58:35.742" v="915" actId="14100"/>
          <ac:picMkLst>
            <pc:docMk/>
            <pc:sldMk cId="2458321773" sldId="262"/>
            <ac:picMk id="4" creationId="{9766CC1F-9EC1-7C83-1A66-7105F448C5A1}"/>
          </ac:picMkLst>
        </pc:picChg>
      </pc:sldChg>
      <pc:sldChg chg="addSp delSp modSp add del mod">
        <pc:chgData name="Valeria Feito" userId="831b1d9d506c44c4" providerId="LiveId" clId="{A8BBA02A-D5AF-4291-B400-50461CC6F9AF}" dt="2025-06-12T05:53:21.780" v="882" actId="47"/>
        <pc:sldMkLst>
          <pc:docMk/>
          <pc:sldMk cId="716095286" sldId="263"/>
        </pc:sldMkLst>
      </pc:sldChg>
      <pc:sldChg chg="addSp delSp modSp add del mod ord setBg addAnim modAnim">
        <pc:chgData name="Valeria Feito" userId="831b1d9d506c44c4" providerId="LiveId" clId="{A8BBA02A-D5AF-4291-B400-50461CC6F9AF}" dt="2025-06-17T04:13:44.941" v="2470" actId="14100"/>
        <pc:sldMkLst>
          <pc:docMk/>
          <pc:sldMk cId="2266313022" sldId="264"/>
        </pc:sldMkLst>
        <pc:spChg chg="mod">
          <ac:chgData name="Valeria Feito" userId="831b1d9d506c44c4" providerId="LiveId" clId="{A8BBA02A-D5AF-4291-B400-50461CC6F9AF}" dt="2025-06-17T04:13:44.941" v="2470" actId="14100"/>
          <ac:spMkLst>
            <pc:docMk/>
            <pc:sldMk cId="2266313022" sldId="264"/>
            <ac:spMk id="2" creationId="{447BB481-D670-901C-B0EC-B89737612B99}"/>
          </ac:spMkLst>
        </pc:spChg>
        <pc:spChg chg="mod">
          <ac:chgData name="Valeria Feito" userId="831b1d9d506c44c4" providerId="LiveId" clId="{A8BBA02A-D5AF-4291-B400-50461CC6F9AF}" dt="2025-06-17T04:13:40.464" v="2469" actId="14100"/>
          <ac:spMkLst>
            <pc:docMk/>
            <pc:sldMk cId="2266313022" sldId="264"/>
            <ac:spMk id="3" creationId="{39898A28-1DDC-E14A-61F9-89EA5743C197}"/>
          </ac:spMkLst>
        </pc:spChg>
        <pc:spChg chg="add mod">
          <ac:chgData name="Valeria Feito" userId="831b1d9d506c44c4" providerId="LiveId" clId="{A8BBA02A-D5AF-4291-B400-50461CC6F9AF}" dt="2025-06-12T05:51:54.725" v="879" actId="207"/>
          <ac:spMkLst>
            <pc:docMk/>
            <pc:sldMk cId="2266313022" sldId="264"/>
            <ac:spMk id="5" creationId="{2A6F7208-B4F3-FF2E-5195-87DB9EEF6D48}"/>
          </ac:spMkLst>
        </pc:spChg>
        <pc:spChg chg="add mod">
          <ac:chgData name="Valeria Feito" userId="831b1d9d506c44c4" providerId="LiveId" clId="{A8BBA02A-D5AF-4291-B400-50461CC6F9AF}" dt="2025-06-12T05:51:54.725" v="879" actId="207"/>
          <ac:spMkLst>
            <pc:docMk/>
            <pc:sldMk cId="2266313022" sldId="264"/>
            <ac:spMk id="6" creationId="{FEBC109B-EFE5-9167-3855-B717F605D06A}"/>
          </ac:spMkLst>
        </pc:spChg>
        <pc:spChg chg="add mod">
          <ac:chgData name="Valeria Feito" userId="831b1d9d506c44c4" providerId="LiveId" clId="{A8BBA02A-D5AF-4291-B400-50461CC6F9AF}" dt="2025-06-12T05:51:54.725" v="879" actId="207"/>
          <ac:spMkLst>
            <pc:docMk/>
            <pc:sldMk cId="2266313022" sldId="264"/>
            <ac:spMk id="7" creationId="{CFC77F89-982B-4190-CEF1-344131F3A32D}"/>
          </ac:spMkLst>
        </pc:spChg>
        <pc:spChg chg="add mod">
          <ac:chgData name="Valeria Feito" userId="831b1d9d506c44c4" providerId="LiveId" clId="{A8BBA02A-D5AF-4291-B400-50461CC6F9AF}" dt="2025-06-12T05:51:54.725" v="879" actId="207"/>
          <ac:spMkLst>
            <pc:docMk/>
            <pc:sldMk cId="2266313022" sldId="264"/>
            <ac:spMk id="9" creationId="{790850F7-AB68-2128-B1A3-C04F688239B5}"/>
          </ac:spMkLst>
        </pc:spChg>
        <pc:spChg chg="mod">
          <ac:chgData name="Valeria Feito" userId="831b1d9d506c44c4" providerId="LiveId" clId="{A8BBA02A-D5AF-4291-B400-50461CC6F9AF}" dt="2025-06-12T05:51:35.114" v="878"/>
          <ac:spMkLst>
            <pc:docMk/>
            <pc:sldMk cId="2266313022" sldId="264"/>
            <ac:spMk id="15" creationId="{6D43C44B-AD93-189C-06E8-60A1BC250375}"/>
          </ac:spMkLst>
        </pc:spChg>
        <pc:spChg chg="add">
          <ac:chgData name="Valeria Feito" userId="831b1d9d506c44c4" providerId="LiveId" clId="{A8BBA02A-D5AF-4291-B400-50461CC6F9AF}" dt="2025-06-12T05:47:24.861" v="823" actId="26606"/>
          <ac:spMkLst>
            <pc:docMk/>
            <pc:sldMk cId="2266313022" sldId="264"/>
            <ac:spMk id="39" creationId="{F5A0D4D0-DC11-4CAA-AA17-A6B0C2B4F74D}"/>
          </ac:spMkLst>
        </pc:spChg>
        <pc:grpChg chg="add mod">
          <ac:chgData name="Valeria Feito" userId="831b1d9d506c44c4" providerId="LiveId" clId="{A8BBA02A-D5AF-4291-B400-50461CC6F9AF}" dt="2025-06-12T05:51:54.725" v="879" actId="207"/>
          <ac:grpSpMkLst>
            <pc:docMk/>
            <pc:sldMk cId="2266313022" sldId="264"/>
            <ac:grpSpMk id="11" creationId="{ABF1FE1E-2A99-21CA-ABAF-2532352F304E}"/>
          </ac:grpSpMkLst>
        </pc:grpChg>
        <pc:grpChg chg="add mod">
          <ac:chgData name="Valeria Feito" userId="831b1d9d506c44c4" providerId="LiveId" clId="{A8BBA02A-D5AF-4291-B400-50461CC6F9AF}" dt="2025-06-12T05:51:35.114" v="878"/>
          <ac:grpSpMkLst>
            <pc:docMk/>
            <pc:sldMk cId="2266313022" sldId="264"/>
            <ac:grpSpMk id="13" creationId="{B4025AB8-6497-ACEE-338C-3F135104BF4D}"/>
          </ac:grpSpMkLst>
        </pc:grpChg>
        <pc:grpChg chg="add">
          <ac:chgData name="Valeria Feito" userId="831b1d9d506c44c4" providerId="LiveId" clId="{A8BBA02A-D5AF-4291-B400-50461CC6F9AF}" dt="2025-06-12T05:47:24.861" v="823" actId="26606"/>
          <ac:grpSpMkLst>
            <pc:docMk/>
            <pc:sldMk cId="2266313022" sldId="264"/>
            <ac:grpSpMk id="41" creationId="{564DEED3-BC52-4F15-8426-D33275CB0111}"/>
          </ac:grpSpMkLst>
        </pc:grpChg>
        <pc:picChg chg="mod">
          <ac:chgData name="Valeria Feito" userId="831b1d9d506c44c4" providerId="LiveId" clId="{A8BBA02A-D5AF-4291-B400-50461CC6F9AF}" dt="2025-06-12T05:51:35.114" v="878"/>
          <ac:picMkLst>
            <pc:docMk/>
            <pc:sldMk cId="2266313022" sldId="264"/>
            <ac:picMk id="17" creationId="{08517F21-B462-0B88-4E0B-795418E0F484}"/>
          </ac:picMkLst>
        </pc:picChg>
      </pc:sldChg>
      <pc:sldChg chg="add del">
        <pc:chgData name="Valeria Feito" userId="831b1d9d506c44c4" providerId="LiveId" clId="{A8BBA02A-D5AF-4291-B400-50461CC6F9AF}" dt="2025-06-12T05:17:12.443" v="338"/>
        <pc:sldMkLst>
          <pc:docMk/>
          <pc:sldMk cId="2631776004" sldId="264"/>
        </pc:sldMkLst>
      </pc:sldChg>
      <pc:sldChg chg="add del">
        <pc:chgData name="Valeria Feito" userId="831b1d9d506c44c4" providerId="LiveId" clId="{A8BBA02A-D5AF-4291-B400-50461CC6F9AF}" dt="2025-06-12T06:06:00.384" v="950" actId="47"/>
        <pc:sldMkLst>
          <pc:docMk/>
          <pc:sldMk cId="462282373" sldId="265"/>
        </pc:sldMkLst>
      </pc:sldChg>
      <pc:sldChg chg="addSp delSp modSp add mod">
        <pc:chgData name="Valeria Feito" userId="831b1d9d506c44c4" providerId="LiveId" clId="{A8BBA02A-D5AF-4291-B400-50461CC6F9AF}" dt="2025-06-17T04:02:22.350" v="2363" actId="14100"/>
        <pc:sldMkLst>
          <pc:docMk/>
          <pc:sldMk cId="2029979825" sldId="265"/>
        </pc:sldMkLst>
        <pc:spChg chg="mod ord">
          <ac:chgData name="Valeria Feito" userId="831b1d9d506c44c4" providerId="LiveId" clId="{A8BBA02A-D5AF-4291-B400-50461CC6F9AF}" dt="2025-06-17T04:02:22.350" v="2363" actId="14100"/>
          <ac:spMkLst>
            <pc:docMk/>
            <pc:sldMk cId="2029979825" sldId="265"/>
            <ac:spMk id="2" creationId="{AC47717E-5230-D8E1-6DE7-C34A9E394966}"/>
          </ac:spMkLst>
        </pc:spChg>
        <pc:spChg chg="mod">
          <ac:chgData name="Valeria Feito" userId="831b1d9d506c44c4" providerId="LiveId" clId="{A8BBA02A-D5AF-4291-B400-50461CC6F9AF}" dt="2025-06-17T03:50:35.458" v="2293" actId="14100"/>
          <ac:spMkLst>
            <pc:docMk/>
            <pc:sldMk cId="2029979825" sldId="265"/>
            <ac:spMk id="3" creationId="{64878164-B1A9-7BCB-E022-4090B18658CB}"/>
          </ac:spMkLst>
        </pc:spChg>
        <pc:spChg chg="mod">
          <ac:chgData name="Valeria Feito" userId="831b1d9d506c44c4" providerId="LiveId" clId="{A8BBA02A-D5AF-4291-B400-50461CC6F9AF}" dt="2025-06-13T20:26:41.127" v="952" actId="164"/>
          <ac:spMkLst>
            <pc:docMk/>
            <pc:sldMk cId="2029979825" sldId="265"/>
            <ac:spMk id="6" creationId="{B9D61675-0273-8392-2480-90B26F7BBB76}"/>
          </ac:spMkLst>
        </pc:spChg>
        <pc:spChg chg="mod">
          <ac:chgData name="Valeria Feito" userId="831b1d9d506c44c4" providerId="LiveId" clId="{A8BBA02A-D5AF-4291-B400-50461CC6F9AF}" dt="2025-06-17T03:45:51.298" v="2230" actId="1038"/>
          <ac:spMkLst>
            <pc:docMk/>
            <pc:sldMk cId="2029979825" sldId="265"/>
            <ac:spMk id="8" creationId="{415E165B-4AFB-AAF2-3320-A97871126C3D}"/>
          </ac:spMkLst>
        </pc:spChg>
        <pc:spChg chg="mod">
          <ac:chgData name="Valeria Feito" userId="831b1d9d506c44c4" providerId="LiveId" clId="{A8BBA02A-D5AF-4291-B400-50461CC6F9AF}" dt="2025-06-13T20:26:41.127" v="952" actId="164"/>
          <ac:spMkLst>
            <pc:docMk/>
            <pc:sldMk cId="2029979825" sldId="265"/>
            <ac:spMk id="18" creationId="{EEB784C9-7797-4976-9188-BE3AF9976235}"/>
          </ac:spMkLst>
        </pc:spChg>
        <pc:grpChg chg="add del mod ord">
          <ac:chgData name="Valeria Feito" userId="831b1d9d506c44c4" providerId="LiveId" clId="{A8BBA02A-D5AF-4291-B400-50461CC6F9AF}" dt="2025-06-17T03:48:20.910" v="2256" actId="14100"/>
          <ac:grpSpMkLst>
            <pc:docMk/>
            <pc:sldMk cId="2029979825" sldId="265"/>
            <ac:grpSpMk id="4" creationId="{5DC877F7-26F5-AADA-BBBD-A530A0D8F4F4}"/>
          </ac:grpSpMkLst>
        </pc:grpChg>
        <pc:picChg chg="mod">
          <ac:chgData name="Valeria Feito" userId="831b1d9d506c44c4" providerId="LiveId" clId="{A8BBA02A-D5AF-4291-B400-50461CC6F9AF}" dt="2025-06-17T03:48:25.501" v="2257" actId="1076"/>
          <ac:picMkLst>
            <pc:docMk/>
            <pc:sldMk cId="2029979825" sldId="265"/>
            <ac:picMk id="17" creationId="{4C58D450-1359-E843-8975-3D3CBEFE96AB}"/>
          </ac:picMkLst>
        </pc:picChg>
      </pc:sldChg>
      <pc:sldChg chg="addSp modSp add mod">
        <pc:chgData name="Valeria Feito" userId="831b1d9d506c44c4" providerId="LiveId" clId="{A8BBA02A-D5AF-4291-B400-50461CC6F9AF}" dt="2025-06-17T04:08:47.218" v="2396" actId="20577"/>
        <pc:sldMkLst>
          <pc:docMk/>
          <pc:sldMk cId="1711640250" sldId="266"/>
        </pc:sldMkLst>
        <pc:spChg chg="mod">
          <ac:chgData name="Valeria Feito" userId="831b1d9d506c44c4" providerId="LiveId" clId="{A8BBA02A-D5AF-4291-B400-50461CC6F9AF}" dt="2025-06-17T03:57:55.547" v="2340" actId="14100"/>
          <ac:spMkLst>
            <pc:docMk/>
            <pc:sldMk cId="1711640250" sldId="266"/>
            <ac:spMk id="2" creationId="{012ABDCF-3249-3087-96FF-BDDFB4C12557}"/>
          </ac:spMkLst>
        </pc:spChg>
        <pc:spChg chg="mod ord">
          <ac:chgData name="Valeria Feito" userId="831b1d9d506c44c4" providerId="LiveId" clId="{A8BBA02A-D5AF-4291-B400-50461CC6F9AF}" dt="2025-06-17T04:08:47.218" v="2396" actId="20577"/>
          <ac:spMkLst>
            <pc:docMk/>
            <pc:sldMk cId="1711640250" sldId="266"/>
            <ac:spMk id="3" creationId="{F136B05A-47E4-2874-22B9-42849CE84CFA}"/>
          </ac:spMkLst>
        </pc:spChg>
        <pc:spChg chg="add mod ord">
          <ac:chgData name="Valeria Feito" userId="831b1d9d506c44c4" providerId="LiveId" clId="{A8BBA02A-D5AF-4291-B400-50461CC6F9AF}" dt="2025-06-17T03:59:00.445" v="2348" actId="170"/>
          <ac:spMkLst>
            <pc:docMk/>
            <pc:sldMk cId="1711640250" sldId="266"/>
            <ac:spMk id="4" creationId="{7474A665-6867-4A4D-DD22-42A4E3A57AE6}"/>
          </ac:spMkLst>
        </pc:spChg>
      </pc:sldChg>
      <pc:sldMasterChg chg="add del addSldLayout delSldLayout">
        <pc:chgData name="Valeria Feito" userId="831b1d9d506c44c4" providerId="LiveId" clId="{A8BBA02A-D5AF-4291-B400-50461CC6F9AF}" dt="2025-06-12T04:52:25.776" v="50" actId="26606"/>
        <pc:sldMasterMkLst>
          <pc:docMk/>
          <pc:sldMasterMk cId="67897503" sldId="2147483648"/>
        </pc:sldMasterMkLst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233633504" sldId="2147483649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3225786906" sldId="2147483650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94077217" sldId="2147483651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1011397968" sldId="2147483652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2952173661" sldId="2147483653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3462173204" sldId="2147483654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709059296" sldId="2147483655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938434747" sldId="2147483656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2343058098" sldId="2147483657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1879515681" sldId="2147483658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67897503" sldId="2147483648"/>
            <pc:sldLayoutMk cId="388613687" sldId="2147483659"/>
          </pc:sldLayoutMkLst>
        </pc:sldLayoutChg>
      </pc:sldMasterChg>
      <pc:sldMasterChg chg="add del addSldLayout delSldLayout">
        <pc:chgData name="Valeria Feito" userId="831b1d9d506c44c4" providerId="LiveId" clId="{A8BBA02A-D5AF-4291-B400-50461CC6F9AF}" dt="2025-06-12T04:52:25.776" v="50" actId="26606"/>
        <pc:sldMasterMkLst>
          <pc:docMk/>
          <pc:sldMasterMk cId="3871716833" sldId="2147483686"/>
        </pc:sldMasterMkLst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3015042944" sldId="2147483675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1136693796" sldId="2147483676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548107868" sldId="2147483677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4142911209" sldId="2147483678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2202820681" sldId="2147483679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2902378943" sldId="2147483680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2199211872" sldId="2147483681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3854032724" sldId="2147483682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3042662567" sldId="2147483683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3843329461" sldId="2147483684"/>
          </pc:sldLayoutMkLst>
        </pc:sldLayoutChg>
        <pc:sldLayoutChg chg="add del">
          <pc:chgData name="Valeria Feito" userId="831b1d9d506c44c4" providerId="LiveId" clId="{A8BBA02A-D5AF-4291-B400-50461CC6F9AF}" dt="2025-06-12T04:52:25.776" v="50" actId="26606"/>
          <pc:sldLayoutMkLst>
            <pc:docMk/>
            <pc:sldMasterMk cId="3871716833" sldId="2147483686"/>
            <pc:sldLayoutMk cId="2713941872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C6D62-946F-472A-94F9-705580BB1A59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791B4-1A4C-44D5-8100-AD6DC9AD9F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9430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0511B-7F60-11AC-6762-259378E01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3A7601-34C5-F891-8263-B3A5891FA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0B24D8-20E5-351C-AE30-954368FB2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7F4D93-09DE-C2A1-6762-60E772549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791B4-1A4C-44D5-8100-AD6DC9AD9F32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3786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791B4-1A4C-44D5-8100-AD6DC9AD9F32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9844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791B4-1A4C-44D5-8100-AD6DC9AD9F32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747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5EC0C-7F26-CBFF-8BFB-232DEF711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C1BB6C-4BB3-4592-C497-538D6BD73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3C142A-0D55-5E7C-655B-FB109FE69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3E6260-AA34-1365-6FFF-65548936D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987BBB-A89B-D173-55DD-6D5D20E9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363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59538-9B49-35B0-9E25-3C6BDB8EF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EF7ECA-A9D0-B4A4-FAA5-51D8E1857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AAAECB-2D03-303B-3A0E-2675D5E7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F0C431-600D-1574-674B-3E9F35D4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0DE19C-854C-E206-EFEA-A67A4AA0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578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0E578-BFB5-82A9-7024-FBF80751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97CA6B-E92C-9A38-2768-40B8E4139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2F0936-77C9-CF88-13AF-80CA231D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29DDD-CB8B-6EFB-26D4-957E518C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8D9259-FE3A-73EF-7EE4-473BA9FE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07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C282E-638D-3C46-BB3E-392123E3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D69568-7F7A-CCC9-5541-F777B9D5F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D06601-C27A-04EB-BF03-318C69457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A337F4-3DFE-C13F-BD8C-219298BD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478FDA-0A3F-4F1D-38F0-B1185DAE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6F120C-BCFB-E8CB-DE3B-62C515FF9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139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0E281-D141-78A4-2640-CB969DF30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F6B4F4-A896-DC90-38A8-BD099470A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F114E6-07B2-2C97-4006-73D59CFA2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25EFD4-E112-FCDB-6865-934137773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6C843E-AE34-102E-7059-BA42E8239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E13312-FD98-1AFC-6594-6BB6D0A8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C47C51C-C2AF-C072-D642-8EF5104F8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4CB31B-15EA-DF95-7B0E-79F9E90B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217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BA57C-F43F-17B6-851E-F28B8884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669B4B-C55D-7DB8-5E98-34BB8DBAF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7B1DA2-843B-0C8E-BCF4-9C98AC41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2FBB76-005E-FF5D-9449-8AFDC3B5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6217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831BAEE-5485-37A0-7EF8-859D4E6F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C267327-3607-8093-454C-6A258B0E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27B17E-21F4-F8FD-1498-98FF87AA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9059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E0233-0584-BFFB-5BCA-E0054C97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C43F1C-519F-CC66-149A-A265682F6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F8E6E5-E736-21AB-7B18-164FCB4C0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C3C573-2642-AA3F-3C55-0BD416694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D39868-EAED-3EF9-ED4D-F4599A52C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519D7C-28E9-78D9-5A9E-7CFB164A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3843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EC5A4-2080-69FC-0B46-32BAEA475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0EB629-665A-B67E-CC02-9AC44227B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F3F34C-B6E3-0689-D576-ADDEEC9AF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54FF4D-5850-0819-777B-32C76A19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23C6EF-7810-3D2A-85E5-92AC6F9C0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A33277-656A-014A-51F4-D9E1D50FB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43058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3736E-BE3D-943A-07F7-03D5C891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A1D885-FF75-9472-38E7-88A6979B6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C42F18-A33E-ACDF-834A-A32D98A54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ADEF54-163F-D92A-5D0A-74C12B87D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D354F7-C65F-FD3D-F6EA-308756B5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951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F0A812-52E2-A4DE-6CDD-DE01F9B7E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62BF6A-4BE0-C509-7FA6-F6F582682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28C6B7-5744-2F10-9AC9-73C65EA8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66D8B8-B93E-840D-DDF4-B91AAE29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8CF8E6-76D7-4A45-EDDC-0732E26F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61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AFA32C-53B2-EAD2-6E8C-0DF3463B2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3914D7-2F62-EBC9-3D58-EEDDB8099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7B837E-DE19-86C6-0809-C115E40F3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4FBCA-1766-4B6D-B042-FD009C841798}" type="datetimeFigureOut">
              <a:rPr lang="es-AR" smtClean="0"/>
              <a:t>18/06/2025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A4E8B7-A0B6-AF6C-D4CE-261E8B750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71CB99-4041-710E-CC49-493E55BB8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47973-9E04-4180-B656-AD1B98F358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7897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97F5-DC10-FB89-BDE2-A14A35F5B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17709-B61C-57D9-1AC0-BB9E7ED2E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custGeom>
            <a:avLst/>
            <a:gdLst>
              <a:gd name="connsiteX0" fmla="*/ 0 w 9144000"/>
              <a:gd name="connsiteY0" fmla="*/ 0 h 2387600"/>
              <a:gd name="connsiteX1" fmla="*/ 754380 w 9144000"/>
              <a:gd name="connsiteY1" fmla="*/ 0 h 2387600"/>
              <a:gd name="connsiteX2" fmla="*/ 1051560 w 9144000"/>
              <a:gd name="connsiteY2" fmla="*/ 0 h 2387600"/>
              <a:gd name="connsiteX3" fmla="*/ 1440180 w 9144000"/>
              <a:gd name="connsiteY3" fmla="*/ 0 h 2387600"/>
              <a:gd name="connsiteX4" fmla="*/ 2194560 w 9144000"/>
              <a:gd name="connsiteY4" fmla="*/ 0 h 2387600"/>
              <a:gd name="connsiteX5" fmla="*/ 2766060 w 9144000"/>
              <a:gd name="connsiteY5" fmla="*/ 0 h 2387600"/>
              <a:gd name="connsiteX6" fmla="*/ 3337560 w 9144000"/>
              <a:gd name="connsiteY6" fmla="*/ 0 h 2387600"/>
              <a:gd name="connsiteX7" fmla="*/ 3726180 w 9144000"/>
              <a:gd name="connsiteY7" fmla="*/ 0 h 2387600"/>
              <a:gd name="connsiteX8" fmla="*/ 4114800 w 9144000"/>
              <a:gd name="connsiteY8" fmla="*/ 0 h 2387600"/>
              <a:gd name="connsiteX9" fmla="*/ 4869180 w 9144000"/>
              <a:gd name="connsiteY9" fmla="*/ 0 h 2387600"/>
              <a:gd name="connsiteX10" fmla="*/ 5166360 w 9144000"/>
              <a:gd name="connsiteY10" fmla="*/ 0 h 2387600"/>
              <a:gd name="connsiteX11" fmla="*/ 5920740 w 9144000"/>
              <a:gd name="connsiteY11" fmla="*/ 0 h 2387600"/>
              <a:gd name="connsiteX12" fmla="*/ 6492240 w 9144000"/>
              <a:gd name="connsiteY12" fmla="*/ 0 h 2387600"/>
              <a:gd name="connsiteX13" fmla="*/ 6789420 w 9144000"/>
              <a:gd name="connsiteY13" fmla="*/ 0 h 2387600"/>
              <a:gd name="connsiteX14" fmla="*/ 7360920 w 9144000"/>
              <a:gd name="connsiteY14" fmla="*/ 0 h 2387600"/>
              <a:gd name="connsiteX15" fmla="*/ 7932420 w 9144000"/>
              <a:gd name="connsiteY15" fmla="*/ 0 h 2387600"/>
              <a:gd name="connsiteX16" fmla="*/ 8595360 w 9144000"/>
              <a:gd name="connsiteY16" fmla="*/ 0 h 2387600"/>
              <a:gd name="connsiteX17" fmla="*/ 9144000 w 9144000"/>
              <a:gd name="connsiteY17" fmla="*/ 0 h 2387600"/>
              <a:gd name="connsiteX18" fmla="*/ 9144000 w 9144000"/>
              <a:gd name="connsiteY18" fmla="*/ 525272 h 2387600"/>
              <a:gd name="connsiteX19" fmla="*/ 9144000 w 9144000"/>
              <a:gd name="connsiteY19" fmla="*/ 1146048 h 2387600"/>
              <a:gd name="connsiteX20" fmla="*/ 9144000 w 9144000"/>
              <a:gd name="connsiteY20" fmla="*/ 1671320 h 2387600"/>
              <a:gd name="connsiteX21" fmla="*/ 9144000 w 9144000"/>
              <a:gd name="connsiteY21" fmla="*/ 2387600 h 2387600"/>
              <a:gd name="connsiteX22" fmla="*/ 8481060 w 9144000"/>
              <a:gd name="connsiteY22" fmla="*/ 2387600 h 2387600"/>
              <a:gd name="connsiteX23" fmla="*/ 7818120 w 9144000"/>
              <a:gd name="connsiteY23" fmla="*/ 2387600 h 2387600"/>
              <a:gd name="connsiteX24" fmla="*/ 7429500 w 9144000"/>
              <a:gd name="connsiteY24" fmla="*/ 2387600 h 2387600"/>
              <a:gd name="connsiteX25" fmla="*/ 6766560 w 9144000"/>
              <a:gd name="connsiteY25" fmla="*/ 2387600 h 2387600"/>
              <a:gd name="connsiteX26" fmla="*/ 6286500 w 9144000"/>
              <a:gd name="connsiteY26" fmla="*/ 2387600 h 2387600"/>
              <a:gd name="connsiteX27" fmla="*/ 5623560 w 9144000"/>
              <a:gd name="connsiteY27" fmla="*/ 2387600 h 2387600"/>
              <a:gd name="connsiteX28" fmla="*/ 4960620 w 9144000"/>
              <a:gd name="connsiteY28" fmla="*/ 2387600 h 2387600"/>
              <a:gd name="connsiteX29" fmla="*/ 4206240 w 9144000"/>
              <a:gd name="connsiteY29" fmla="*/ 2387600 h 2387600"/>
              <a:gd name="connsiteX30" fmla="*/ 3726180 w 9144000"/>
              <a:gd name="connsiteY30" fmla="*/ 2387600 h 2387600"/>
              <a:gd name="connsiteX31" fmla="*/ 3429000 w 9144000"/>
              <a:gd name="connsiteY31" fmla="*/ 2387600 h 2387600"/>
              <a:gd name="connsiteX32" fmla="*/ 3040380 w 9144000"/>
              <a:gd name="connsiteY32" fmla="*/ 2387600 h 2387600"/>
              <a:gd name="connsiteX33" fmla="*/ 2560320 w 9144000"/>
              <a:gd name="connsiteY33" fmla="*/ 2387600 h 2387600"/>
              <a:gd name="connsiteX34" fmla="*/ 2263140 w 9144000"/>
              <a:gd name="connsiteY34" fmla="*/ 2387600 h 2387600"/>
              <a:gd name="connsiteX35" fmla="*/ 1874520 w 9144000"/>
              <a:gd name="connsiteY35" fmla="*/ 2387600 h 2387600"/>
              <a:gd name="connsiteX36" fmla="*/ 1303020 w 9144000"/>
              <a:gd name="connsiteY36" fmla="*/ 2387600 h 2387600"/>
              <a:gd name="connsiteX37" fmla="*/ 548640 w 9144000"/>
              <a:gd name="connsiteY37" fmla="*/ 2387600 h 2387600"/>
              <a:gd name="connsiteX38" fmla="*/ 0 w 9144000"/>
              <a:gd name="connsiteY38" fmla="*/ 2387600 h 2387600"/>
              <a:gd name="connsiteX39" fmla="*/ 0 w 9144000"/>
              <a:gd name="connsiteY39" fmla="*/ 1814576 h 2387600"/>
              <a:gd name="connsiteX40" fmla="*/ 0 w 9144000"/>
              <a:gd name="connsiteY40" fmla="*/ 1289304 h 2387600"/>
              <a:gd name="connsiteX41" fmla="*/ 0 w 9144000"/>
              <a:gd name="connsiteY41" fmla="*/ 716280 h 2387600"/>
              <a:gd name="connsiteX42" fmla="*/ 0 w 9144000"/>
              <a:gd name="connsiteY42" fmla="*/ 0 h 238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9144000" h="2387600" fill="none" extrusionOk="0">
                <a:moveTo>
                  <a:pt x="0" y="0"/>
                </a:moveTo>
                <a:cubicBezTo>
                  <a:pt x="274760" y="-56388"/>
                  <a:pt x="383967" y="2993"/>
                  <a:pt x="754380" y="0"/>
                </a:cubicBezTo>
                <a:cubicBezTo>
                  <a:pt x="1124793" y="-2993"/>
                  <a:pt x="969566" y="25864"/>
                  <a:pt x="1051560" y="0"/>
                </a:cubicBezTo>
                <a:cubicBezTo>
                  <a:pt x="1133554" y="-25864"/>
                  <a:pt x="1316237" y="24282"/>
                  <a:pt x="1440180" y="0"/>
                </a:cubicBezTo>
                <a:cubicBezTo>
                  <a:pt x="1564123" y="-24282"/>
                  <a:pt x="1881196" y="36132"/>
                  <a:pt x="2194560" y="0"/>
                </a:cubicBezTo>
                <a:cubicBezTo>
                  <a:pt x="2507924" y="-36132"/>
                  <a:pt x="2509136" y="36263"/>
                  <a:pt x="2766060" y="0"/>
                </a:cubicBezTo>
                <a:cubicBezTo>
                  <a:pt x="3022984" y="-36263"/>
                  <a:pt x="3167337" y="64447"/>
                  <a:pt x="3337560" y="0"/>
                </a:cubicBezTo>
                <a:cubicBezTo>
                  <a:pt x="3507783" y="-64447"/>
                  <a:pt x="3578837" y="28666"/>
                  <a:pt x="3726180" y="0"/>
                </a:cubicBezTo>
                <a:cubicBezTo>
                  <a:pt x="3873523" y="-28666"/>
                  <a:pt x="3947272" y="19202"/>
                  <a:pt x="4114800" y="0"/>
                </a:cubicBezTo>
                <a:cubicBezTo>
                  <a:pt x="4282328" y="-19202"/>
                  <a:pt x="4646951" y="30059"/>
                  <a:pt x="4869180" y="0"/>
                </a:cubicBezTo>
                <a:cubicBezTo>
                  <a:pt x="5091409" y="-30059"/>
                  <a:pt x="5027851" y="8948"/>
                  <a:pt x="5166360" y="0"/>
                </a:cubicBezTo>
                <a:cubicBezTo>
                  <a:pt x="5304869" y="-8948"/>
                  <a:pt x="5604571" y="66571"/>
                  <a:pt x="5920740" y="0"/>
                </a:cubicBezTo>
                <a:cubicBezTo>
                  <a:pt x="6236909" y="-66571"/>
                  <a:pt x="6360421" y="12369"/>
                  <a:pt x="6492240" y="0"/>
                </a:cubicBezTo>
                <a:cubicBezTo>
                  <a:pt x="6624059" y="-12369"/>
                  <a:pt x="6644562" y="21760"/>
                  <a:pt x="6789420" y="0"/>
                </a:cubicBezTo>
                <a:cubicBezTo>
                  <a:pt x="6934278" y="-21760"/>
                  <a:pt x="7154321" y="8680"/>
                  <a:pt x="7360920" y="0"/>
                </a:cubicBezTo>
                <a:cubicBezTo>
                  <a:pt x="7567519" y="-8680"/>
                  <a:pt x="7726335" y="54330"/>
                  <a:pt x="7932420" y="0"/>
                </a:cubicBezTo>
                <a:cubicBezTo>
                  <a:pt x="8138505" y="-54330"/>
                  <a:pt x="8376253" y="26315"/>
                  <a:pt x="8595360" y="0"/>
                </a:cubicBezTo>
                <a:cubicBezTo>
                  <a:pt x="8814467" y="-26315"/>
                  <a:pt x="8976060" y="15500"/>
                  <a:pt x="9144000" y="0"/>
                </a:cubicBezTo>
                <a:cubicBezTo>
                  <a:pt x="9193317" y="158587"/>
                  <a:pt x="9090897" y="284479"/>
                  <a:pt x="9144000" y="525272"/>
                </a:cubicBezTo>
                <a:cubicBezTo>
                  <a:pt x="9197103" y="766065"/>
                  <a:pt x="9106995" y="1009935"/>
                  <a:pt x="9144000" y="1146048"/>
                </a:cubicBezTo>
                <a:cubicBezTo>
                  <a:pt x="9181005" y="1282161"/>
                  <a:pt x="9114993" y="1526907"/>
                  <a:pt x="9144000" y="1671320"/>
                </a:cubicBezTo>
                <a:cubicBezTo>
                  <a:pt x="9173007" y="1815733"/>
                  <a:pt x="9066093" y="2116714"/>
                  <a:pt x="9144000" y="2387600"/>
                </a:cubicBezTo>
                <a:cubicBezTo>
                  <a:pt x="8963886" y="2419956"/>
                  <a:pt x="8676943" y="2333314"/>
                  <a:pt x="8481060" y="2387600"/>
                </a:cubicBezTo>
                <a:cubicBezTo>
                  <a:pt x="8285177" y="2441886"/>
                  <a:pt x="8059538" y="2350628"/>
                  <a:pt x="7818120" y="2387600"/>
                </a:cubicBezTo>
                <a:cubicBezTo>
                  <a:pt x="7576702" y="2424572"/>
                  <a:pt x="7610816" y="2362817"/>
                  <a:pt x="7429500" y="2387600"/>
                </a:cubicBezTo>
                <a:cubicBezTo>
                  <a:pt x="7248184" y="2412383"/>
                  <a:pt x="6995598" y="2321205"/>
                  <a:pt x="6766560" y="2387600"/>
                </a:cubicBezTo>
                <a:cubicBezTo>
                  <a:pt x="6537522" y="2453995"/>
                  <a:pt x="6460579" y="2357102"/>
                  <a:pt x="6286500" y="2387600"/>
                </a:cubicBezTo>
                <a:cubicBezTo>
                  <a:pt x="6112421" y="2418098"/>
                  <a:pt x="5830335" y="2336388"/>
                  <a:pt x="5623560" y="2387600"/>
                </a:cubicBezTo>
                <a:cubicBezTo>
                  <a:pt x="5416785" y="2438812"/>
                  <a:pt x="5129486" y="2347221"/>
                  <a:pt x="4960620" y="2387600"/>
                </a:cubicBezTo>
                <a:cubicBezTo>
                  <a:pt x="4791754" y="2427979"/>
                  <a:pt x="4527441" y="2349118"/>
                  <a:pt x="4206240" y="2387600"/>
                </a:cubicBezTo>
                <a:cubicBezTo>
                  <a:pt x="3885039" y="2426082"/>
                  <a:pt x="3873024" y="2359471"/>
                  <a:pt x="3726180" y="2387600"/>
                </a:cubicBezTo>
                <a:cubicBezTo>
                  <a:pt x="3579336" y="2415729"/>
                  <a:pt x="3549837" y="2353980"/>
                  <a:pt x="3429000" y="2387600"/>
                </a:cubicBezTo>
                <a:cubicBezTo>
                  <a:pt x="3308163" y="2421220"/>
                  <a:pt x="3179889" y="2382499"/>
                  <a:pt x="3040380" y="2387600"/>
                </a:cubicBezTo>
                <a:cubicBezTo>
                  <a:pt x="2900871" y="2392701"/>
                  <a:pt x="2708145" y="2369494"/>
                  <a:pt x="2560320" y="2387600"/>
                </a:cubicBezTo>
                <a:cubicBezTo>
                  <a:pt x="2412495" y="2405706"/>
                  <a:pt x="2324657" y="2385714"/>
                  <a:pt x="2263140" y="2387600"/>
                </a:cubicBezTo>
                <a:cubicBezTo>
                  <a:pt x="2201623" y="2389486"/>
                  <a:pt x="2004188" y="2352260"/>
                  <a:pt x="1874520" y="2387600"/>
                </a:cubicBezTo>
                <a:cubicBezTo>
                  <a:pt x="1744852" y="2422940"/>
                  <a:pt x="1434978" y="2326069"/>
                  <a:pt x="1303020" y="2387600"/>
                </a:cubicBezTo>
                <a:cubicBezTo>
                  <a:pt x="1171062" y="2449131"/>
                  <a:pt x="898920" y="2331350"/>
                  <a:pt x="548640" y="2387600"/>
                </a:cubicBezTo>
                <a:cubicBezTo>
                  <a:pt x="198360" y="2443850"/>
                  <a:pt x="205355" y="2358659"/>
                  <a:pt x="0" y="2387600"/>
                </a:cubicBezTo>
                <a:cubicBezTo>
                  <a:pt x="-21915" y="2105088"/>
                  <a:pt x="58337" y="1930566"/>
                  <a:pt x="0" y="1814576"/>
                </a:cubicBezTo>
                <a:cubicBezTo>
                  <a:pt x="-58337" y="1698586"/>
                  <a:pt x="18969" y="1501173"/>
                  <a:pt x="0" y="1289304"/>
                </a:cubicBezTo>
                <a:cubicBezTo>
                  <a:pt x="-18969" y="1077435"/>
                  <a:pt x="39766" y="970295"/>
                  <a:pt x="0" y="716280"/>
                </a:cubicBezTo>
                <a:cubicBezTo>
                  <a:pt x="-39766" y="462265"/>
                  <a:pt x="83922" y="175272"/>
                  <a:pt x="0" y="0"/>
                </a:cubicBezTo>
                <a:close/>
              </a:path>
              <a:path w="9144000" h="2387600" stroke="0" extrusionOk="0">
                <a:moveTo>
                  <a:pt x="0" y="0"/>
                </a:moveTo>
                <a:cubicBezTo>
                  <a:pt x="214093" y="-70091"/>
                  <a:pt x="357077" y="21766"/>
                  <a:pt x="662940" y="0"/>
                </a:cubicBezTo>
                <a:cubicBezTo>
                  <a:pt x="968803" y="-21766"/>
                  <a:pt x="989393" y="29936"/>
                  <a:pt x="1234440" y="0"/>
                </a:cubicBezTo>
                <a:cubicBezTo>
                  <a:pt x="1479487" y="-29936"/>
                  <a:pt x="1428469" y="11262"/>
                  <a:pt x="1531620" y="0"/>
                </a:cubicBezTo>
                <a:cubicBezTo>
                  <a:pt x="1634771" y="-11262"/>
                  <a:pt x="1924453" y="60556"/>
                  <a:pt x="2194560" y="0"/>
                </a:cubicBezTo>
                <a:cubicBezTo>
                  <a:pt x="2464667" y="-60556"/>
                  <a:pt x="2609896" y="3232"/>
                  <a:pt x="2948940" y="0"/>
                </a:cubicBezTo>
                <a:cubicBezTo>
                  <a:pt x="3287984" y="-3232"/>
                  <a:pt x="3155210" y="29550"/>
                  <a:pt x="3337560" y="0"/>
                </a:cubicBezTo>
                <a:cubicBezTo>
                  <a:pt x="3519910" y="-29550"/>
                  <a:pt x="3760229" y="43455"/>
                  <a:pt x="4000500" y="0"/>
                </a:cubicBezTo>
                <a:cubicBezTo>
                  <a:pt x="4240771" y="-43455"/>
                  <a:pt x="4392686" y="58613"/>
                  <a:pt x="4572000" y="0"/>
                </a:cubicBezTo>
                <a:cubicBezTo>
                  <a:pt x="4751314" y="-58613"/>
                  <a:pt x="4999523" y="48896"/>
                  <a:pt x="5143500" y="0"/>
                </a:cubicBezTo>
                <a:cubicBezTo>
                  <a:pt x="5287477" y="-48896"/>
                  <a:pt x="5358129" y="33733"/>
                  <a:pt x="5440680" y="0"/>
                </a:cubicBezTo>
                <a:cubicBezTo>
                  <a:pt x="5523231" y="-33733"/>
                  <a:pt x="5814218" y="42229"/>
                  <a:pt x="5920740" y="0"/>
                </a:cubicBezTo>
                <a:cubicBezTo>
                  <a:pt x="6027262" y="-42229"/>
                  <a:pt x="6429301" y="76764"/>
                  <a:pt x="6675120" y="0"/>
                </a:cubicBezTo>
                <a:cubicBezTo>
                  <a:pt x="6920939" y="-76764"/>
                  <a:pt x="7027811" y="26655"/>
                  <a:pt x="7246620" y="0"/>
                </a:cubicBezTo>
                <a:cubicBezTo>
                  <a:pt x="7465429" y="-26655"/>
                  <a:pt x="7710893" y="59299"/>
                  <a:pt x="8001000" y="0"/>
                </a:cubicBezTo>
                <a:cubicBezTo>
                  <a:pt x="8291107" y="-59299"/>
                  <a:pt x="8345117" y="23307"/>
                  <a:pt x="8481060" y="0"/>
                </a:cubicBezTo>
                <a:cubicBezTo>
                  <a:pt x="8617003" y="-23307"/>
                  <a:pt x="8849483" y="3527"/>
                  <a:pt x="9144000" y="0"/>
                </a:cubicBezTo>
                <a:cubicBezTo>
                  <a:pt x="9207589" y="153206"/>
                  <a:pt x="9079262" y="466803"/>
                  <a:pt x="9144000" y="620776"/>
                </a:cubicBezTo>
                <a:cubicBezTo>
                  <a:pt x="9208738" y="774749"/>
                  <a:pt x="9141323" y="967933"/>
                  <a:pt x="9144000" y="1169924"/>
                </a:cubicBezTo>
                <a:cubicBezTo>
                  <a:pt x="9146677" y="1371915"/>
                  <a:pt x="9107187" y="1584179"/>
                  <a:pt x="9144000" y="1742948"/>
                </a:cubicBezTo>
                <a:cubicBezTo>
                  <a:pt x="9180813" y="1901717"/>
                  <a:pt x="9114004" y="2108945"/>
                  <a:pt x="9144000" y="2387600"/>
                </a:cubicBezTo>
                <a:cubicBezTo>
                  <a:pt x="8989137" y="2399970"/>
                  <a:pt x="8933487" y="2348515"/>
                  <a:pt x="8755380" y="2387600"/>
                </a:cubicBezTo>
                <a:cubicBezTo>
                  <a:pt x="8577273" y="2426685"/>
                  <a:pt x="8507214" y="2382718"/>
                  <a:pt x="8366760" y="2387600"/>
                </a:cubicBezTo>
                <a:cubicBezTo>
                  <a:pt x="8226306" y="2392482"/>
                  <a:pt x="8168581" y="2366321"/>
                  <a:pt x="7978140" y="2387600"/>
                </a:cubicBezTo>
                <a:cubicBezTo>
                  <a:pt x="7787699" y="2408879"/>
                  <a:pt x="7474717" y="2347956"/>
                  <a:pt x="7223760" y="2387600"/>
                </a:cubicBezTo>
                <a:cubicBezTo>
                  <a:pt x="6972803" y="2427244"/>
                  <a:pt x="6831978" y="2352023"/>
                  <a:pt x="6652260" y="2387600"/>
                </a:cubicBezTo>
                <a:cubicBezTo>
                  <a:pt x="6472542" y="2423177"/>
                  <a:pt x="6353553" y="2381441"/>
                  <a:pt x="6172200" y="2387600"/>
                </a:cubicBezTo>
                <a:cubicBezTo>
                  <a:pt x="5990847" y="2393759"/>
                  <a:pt x="5749952" y="2326372"/>
                  <a:pt x="5509260" y="2387600"/>
                </a:cubicBezTo>
                <a:cubicBezTo>
                  <a:pt x="5268568" y="2448828"/>
                  <a:pt x="5007177" y="2300424"/>
                  <a:pt x="4754880" y="2387600"/>
                </a:cubicBezTo>
                <a:cubicBezTo>
                  <a:pt x="4502583" y="2474776"/>
                  <a:pt x="4507281" y="2360560"/>
                  <a:pt x="4366260" y="2387600"/>
                </a:cubicBezTo>
                <a:cubicBezTo>
                  <a:pt x="4225239" y="2414640"/>
                  <a:pt x="4077017" y="2355436"/>
                  <a:pt x="3794760" y="2387600"/>
                </a:cubicBezTo>
                <a:cubicBezTo>
                  <a:pt x="3512503" y="2419764"/>
                  <a:pt x="3481746" y="2373077"/>
                  <a:pt x="3314700" y="2387600"/>
                </a:cubicBezTo>
                <a:cubicBezTo>
                  <a:pt x="3147654" y="2402123"/>
                  <a:pt x="3085528" y="2371861"/>
                  <a:pt x="3017520" y="2387600"/>
                </a:cubicBezTo>
                <a:cubicBezTo>
                  <a:pt x="2949512" y="2403339"/>
                  <a:pt x="2827149" y="2369893"/>
                  <a:pt x="2720340" y="2387600"/>
                </a:cubicBezTo>
                <a:cubicBezTo>
                  <a:pt x="2613531" y="2405307"/>
                  <a:pt x="2380310" y="2310097"/>
                  <a:pt x="2057400" y="2387600"/>
                </a:cubicBezTo>
                <a:cubicBezTo>
                  <a:pt x="1734490" y="2465103"/>
                  <a:pt x="1889395" y="2373802"/>
                  <a:pt x="1760220" y="2387600"/>
                </a:cubicBezTo>
                <a:cubicBezTo>
                  <a:pt x="1631045" y="2401398"/>
                  <a:pt x="1576970" y="2383687"/>
                  <a:pt x="1463040" y="2387600"/>
                </a:cubicBezTo>
                <a:cubicBezTo>
                  <a:pt x="1349110" y="2391513"/>
                  <a:pt x="1251025" y="2373936"/>
                  <a:pt x="1165860" y="2387600"/>
                </a:cubicBezTo>
                <a:cubicBezTo>
                  <a:pt x="1080695" y="2401264"/>
                  <a:pt x="934679" y="2357259"/>
                  <a:pt x="868680" y="2387600"/>
                </a:cubicBezTo>
                <a:cubicBezTo>
                  <a:pt x="802681" y="2417941"/>
                  <a:pt x="409482" y="2293955"/>
                  <a:pt x="0" y="2387600"/>
                </a:cubicBezTo>
                <a:cubicBezTo>
                  <a:pt x="-11330" y="2245947"/>
                  <a:pt x="17511" y="2031271"/>
                  <a:pt x="0" y="1814576"/>
                </a:cubicBezTo>
                <a:cubicBezTo>
                  <a:pt x="-17511" y="1597881"/>
                  <a:pt x="11708" y="1458745"/>
                  <a:pt x="0" y="1217676"/>
                </a:cubicBezTo>
                <a:cubicBezTo>
                  <a:pt x="-11708" y="976607"/>
                  <a:pt x="24105" y="796825"/>
                  <a:pt x="0" y="596900"/>
                </a:cubicBezTo>
                <a:cubicBezTo>
                  <a:pt x="-24105" y="396975"/>
                  <a:pt x="30573" y="291093"/>
                  <a:pt x="0" y="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1208384404"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s-ES" b="1" dirty="0">
                <a:latin typeface="Cordia New" panose="020B0304020202020204" pitchFamily="34" charset="-34"/>
                <a:cs typeface="Cordia New" panose="020B0304020202020204" pitchFamily="34" charset="-34"/>
              </a:rPr>
              <a:t>Clasificador de Residuos </a:t>
            </a:r>
            <a:br>
              <a:rPr lang="es-ES" b="1" dirty="0"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es-ES" b="1" dirty="0">
                <a:solidFill>
                  <a:schemeClr val="accent2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con Visión por Computadora</a:t>
            </a:r>
            <a:endParaRPr lang="es-AR" b="1" dirty="0">
              <a:solidFill>
                <a:schemeClr val="accent2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4B2E79-B9DC-73EC-E504-277F5AE96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5279" y="4596679"/>
            <a:ext cx="3081281" cy="165576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s-AR" cap="all" dirty="0">
                <a:solidFill>
                  <a:srgbClr val="47957E"/>
                </a:solidFill>
              </a:rPr>
              <a:t>Alvarenga Hernán</a:t>
            </a:r>
          </a:p>
          <a:p>
            <a:pPr algn="r"/>
            <a:r>
              <a:rPr lang="es-AR" cap="all" dirty="0">
                <a:solidFill>
                  <a:srgbClr val="47957E"/>
                </a:solidFill>
              </a:rPr>
              <a:t>Feito Valeria</a:t>
            </a:r>
          </a:p>
          <a:p>
            <a:pPr algn="r"/>
            <a:r>
              <a:rPr lang="es-AR" cap="all" dirty="0">
                <a:solidFill>
                  <a:srgbClr val="47957E"/>
                </a:solidFill>
              </a:rPr>
              <a:t>Mendiola Ignacio</a:t>
            </a:r>
          </a:p>
          <a:p>
            <a:pPr algn="r"/>
            <a:r>
              <a:rPr lang="es-AR" cap="all" dirty="0">
                <a:solidFill>
                  <a:srgbClr val="47957E"/>
                </a:solidFill>
              </a:rPr>
              <a:t>Peña Hugo</a:t>
            </a:r>
          </a:p>
        </p:txBody>
      </p:sp>
      <p:pic>
        <p:nvPicPr>
          <p:cNvPr id="4" name="Imagen 3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7CF383EA-F806-A263-B5BD-A0409090AC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9" r="22535"/>
          <a:stretch/>
        </p:blipFill>
        <p:spPr bwMode="auto">
          <a:xfrm>
            <a:off x="9895522" y="1122363"/>
            <a:ext cx="1544955" cy="25996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7276B6A9-DAF9-2059-A208-7ADEEA4C367C}"/>
              </a:ext>
            </a:extLst>
          </p:cNvPr>
          <p:cNvSpPr txBox="1">
            <a:spLocks/>
          </p:cNvSpPr>
          <p:nvPr/>
        </p:nvSpPr>
        <p:spPr>
          <a:xfrm>
            <a:off x="935440" y="4596679"/>
            <a:ext cx="2838094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b="1" dirty="0"/>
              <a:t>PROCESAMIENTO DE IMÁGENES DIGITALES</a:t>
            </a:r>
          </a:p>
          <a:p>
            <a:pPr algn="l"/>
            <a:r>
              <a:rPr lang="es-AR" b="1" cap="all" dirty="0">
                <a:solidFill>
                  <a:schemeClr val="accent2"/>
                </a:solidFill>
              </a:rPr>
              <a:t>Matias Barreto</a:t>
            </a:r>
          </a:p>
        </p:txBody>
      </p:sp>
    </p:spTree>
    <p:extLst>
      <p:ext uri="{BB962C8B-B14F-4D97-AF65-F5344CB8AC3E}">
        <p14:creationId xmlns:p14="http://schemas.microsoft.com/office/powerpoint/2010/main" val="673516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F4938-D03E-CE31-F0B0-2D4A16573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5A0D4D0-DC11-4CAA-AA17-A6B0C2B4F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7BB481-D670-901C-B0EC-B89737612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1" y="1174820"/>
            <a:ext cx="6296024" cy="1429182"/>
          </a:xfrm>
        </p:spPr>
        <p:txBody>
          <a:bodyPr>
            <a:normAutofit/>
          </a:bodyPr>
          <a:lstStyle/>
          <a:p>
            <a:pPr algn="l"/>
            <a:r>
              <a:rPr lang="es-AR" sz="7200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PROBLEMA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898A28-1DDC-E14A-61F9-89EA5743C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780270"/>
            <a:ext cx="7473779" cy="3228418"/>
          </a:xfrm>
        </p:spPr>
        <p:txBody>
          <a:bodyPr>
            <a:noAutofit/>
          </a:bodyPr>
          <a:lstStyle/>
          <a:p>
            <a:pPr algn="l"/>
            <a:r>
              <a:rPr lang="es-ES" sz="4000" dirty="0">
                <a:solidFill>
                  <a:schemeClr val="bg1"/>
                </a:solidFill>
              </a:rPr>
              <a:t>Inadecuada clasificación de residuos </a:t>
            </a:r>
            <a:r>
              <a:rPr lang="es-ES" sz="4000" b="1" dirty="0" err="1">
                <a:solidFill>
                  <a:schemeClr val="bg1"/>
                </a:solidFill>
              </a:rPr>
              <a:t>compostables</a:t>
            </a:r>
            <a:r>
              <a:rPr lang="es-ES" sz="4000" dirty="0">
                <a:solidFill>
                  <a:schemeClr val="bg1"/>
                </a:solidFill>
              </a:rPr>
              <a:t>, r</a:t>
            </a:r>
            <a:r>
              <a:rPr lang="es-ES" sz="4000" b="1" dirty="0">
                <a:solidFill>
                  <a:schemeClr val="bg1"/>
                </a:solidFill>
              </a:rPr>
              <a:t>eciclables y no reciclables</a:t>
            </a:r>
            <a:r>
              <a:rPr lang="es-ES" sz="4000" dirty="0">
                <a:solidFill>
                  <a:schemeClr val="bg1"/>
                </a:solidFill>
              </a:rPr>
              <a:t>, proceso que suele ser manual, lento e inexacto.</a:t>
            </a:r>
            <a:endParaRPr lang="es-AR" sz="4000" dirty="0">
              <a:solidFill>
                <a:schemeClr val="bg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64DEED3-BC52-4F15-8426-D33275CB0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37D94AD-9CD7-4F7F-B13A-399B37840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F6D3FDC-6FDD-4615-B246-1FC651E95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ABF1FE1E-2A99-21CA-ABAF-2532352F304E}"/>
              </a:ext>
            </a:extLst>
          </p:cNvPr>
          <p:cNvGrpSpPr/>
          <p:nvPr/>
        </p:nvGrpSpPr>
        <p:grpSpPr>
          <a:xfrm>
            <a:off x="7769033" y="0"/>
            <a:ext cx="4422967" cy="6858001"/>
            <a:chOff x="7769033" y="0"/>
            <a:chExt cx="4422967" cy="6858001"/>
          </a:xfrm>
          <a:solidFill>
            <a:schemeClr val="bg1"/>
          </a:solidFill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2A6F7208-B4F3-FF2E-5195-87DB9EEF6D48}"/>
                </a:ext>
              </a:extLst>
            </p:cNvPr>
            <p:cNvSpPr/>
            <p:nvPr/>
          </p:nvSpPr>
          <p:spPr>
            <a:xfrm>
              <a:off x="8303741" y="0"/>
              <a:ext cx="3888259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EBC109B-EFE5-9167-3855-B717F605D06A}"/>
                </a:ext>
              </a:extLst>
            </p:cNvPr>
            <p:cNvSpPr/>
            <p:nvPr/>
          </p:nvSpPr>
          <p:spPr>
            <a:xfrm>
              <a:off x="8057357" y="1782433"/>
              <a:ext cx="3888259" cy="50755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FC77F89-982B-4190-CEF1-344131F3A32D}"/>
                </a:ext>
              </a:extLst>
            </p:cNvPr>
            <p:cNvSpPr/>
            <p:nvPr/>
          </p:nvSpPr>
          <p:spPr>
            <a:xfrm>
              <a:off x="7913195" y="2604001"/>
              <a:ext cx="3888259" cy="4254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90850F7-AB68-2128-B1A3-C04F688239B5}"/>
                </a:ext>
              </a:extLst>
            </p:cNvPr>
            <p:cNvSpPr/>
            <p:nvPr/>
          </p:nvSpPr>
          <p:spPr>
            <a:xfrm>
              <a:off x="7769033" y="2780269"/>
              <a:ext cx="3888259" cy="393356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B4025AB8-6497-ACEE-338C-3F135104BF4D}"/>
              </a:ext>
            </a:extLst>
          </p:cNvPr>
          <p:cNvGrpSpPr/>
          <p:nvPr/>
        </p:nvGrpSpPr>
        <p:grpSpPr>
          <a:xfrm>
            <a:off x="9069355" y="3517641"/>
            <a:ext cx="3122645" cy="3125755"/>
            <a:chOff x="9069355" y="3517641"/>
            <a:chExt cx="3122645" cy="312575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6D43C44B-AD93-189C-06E8-60A1BC250375}"/>
                </a:ext>
              </a:extLst>
            </p:cNvPr>
            <p:cNvSpPr/>
            <p:nvPr/>
          </p:nvSpPr>
          <p:spPr>
            <a:xfrm>
              <a:off x="9069355" y="3517641"/>
              <a:ext cx="3122645" cy="31257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pic>
          <p:nvPicPr>
            <p:cNvPr id="17" name="Imagen 16" descr="Vea los detalles de la imagen relacionada. 29 ideias de Wall E | desenhos de personagens da disney, wall e, papel ...">
              <a:extLst>
                <a:ext uri="{FF2B5EF4-FFF2-40B4-BE49-F238E27FC236}">
                  <a16:creationId xmlns:a16="http://schemas.microsoft.com/office/drawing/2014/main" id="{08517F21-B462-0B88-4E0B-795418E0F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7915" y="4386262"/>
              <a:ext cx="1360170" cy="17430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6631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EC78F-C1DB-3B87-A237-12C944E5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957E52-26B7-1B54-1416-73260D00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100EC3-96F0-C960-2F9A-C3B45F727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718D74C1-CAE3-2861-53A5-285B5ADBE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007D7A-1F28-DA51-50AB-C3C6E093C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98C4C464-2CD4-2CEA-9DA4-8C970F65F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C08757-B1D8-012F-8596-71F244034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1059" y="1660259"/>
            <a:ext cx="5389644" cy="988768"/>
          </a:xfrm>
        </p:spPr>
        <p:txBody>
          <a:bodyPr>
            <a:noAutofit/>
          </a:bodyPr>
          <a:lstStyle/>
          <a:p>
            <a:r>
              <a:rPr lang="es-AR" sz="7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SOLUCIÓN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611B2A-185D-7A3F-1B12-42F9F48FD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8309" y="3148124"/>
            <a:ext cx="6255143" cy="2963640"/>
          </a:xfrm>
        </p:spPr>
        <p:txBody>
          <a:bodyPr>
            <a:noAutofit/>
          </a:bodyPr>
          <a:lstStyle/>
          <a:p>
            <a:r>
              <a:rPr lang="es-ES" sz="4000" dirty="0"/>
              <a:t>Asistir en la </a:t>
            </a:r>
            <a:r>
              <a:rPr lang="es-ES" sz="4000" b="1" dirty="0"/>
              <a:t>clasificación automática de residuos</a:t>
            </a:r>
            <a:r>
              <a:rPr lang="es-ES" sz="4000" dirty="0"/>
              <a:t>, educación ambiental y concientización</a:t>
            </a:r>
            <a:r>
              <a:rPr lang="es-ES" sz="3600" dirty="0"/>
              <a:t>.</a:t>
            </a:r>
            <a:endParaRPr lang="es-AR" sz="360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86326EE-5663-14DC-64DB-20F91D71F497}"/>
              </a:ext>
            </a:extLst>
          </p:cNvPr>
          <p:cNvSpPr/>
          <p:nvPr/>
        </p:nvSpPr>
        <p:spPr>
          <a:xfrm>
            <a:off x="1653055" y="2865526"/>
            <a:ext cx="2912825" cy="2963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" name="Imagen 3" descr="Wall-E Transparent HQ PNG Download | FreePNGimg">
            <a:extLst>
              <a:ext uri="{FF2B5EF4-FFF2-40B4-BE49-F238E27FC236}">
                <a16:creationId xmlns:a16="http://schemas.microsoft.com/office/drawing/2014/main" id="{9766CC1F-9EC1-7C83-1A66-7105F448C5A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7" b="7469"/>
          <a:stretch/>
        </p:blipFill>
        <p:spPr bwMode="auto">
          <a:xfrm>
            <a:off x="1885015" y="3145295"/>
            <a:ext cx="2629501" cy="229641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58321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E3DF5A-68C0-4656-22AF-7FC1A05C8976}"/>
              </a:ext>
            </a:extLst>
          </p:cNvPr>
          <p:cNvSpPr/>
          <p:nvPr/>
        </p:nvSpPr>
        <p:spPr>
          <a:xfrm>
            <a:off x="0" y="0"/>
            <a:ext cx="4069407" cy="6858000"/>
          </a:xfrm>
          <a:prstGeom prst="rect">
            <a:avLst/>
          </a:prstGeom>
          <a:solidFill>
            <a:srgbClr val="4795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83C607-B2E7-D682-CE7D-8F87D860D3B7}"/>
              </a:ext>
            </a:extLst>
          </p:cNvPr>
          <p:cNvSpPr/>
          <p:nvPr/>
        </p:nvSpPr>
        <p:spPr>
          <a:xfrm>
            <a:off x="4972934" y="0"/>
            <a:ext cx="7132569" cy="6759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46F2F5-167D-AFD6-E1E0-CD7E34E2B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7101" y="2832702"/>
            <a:ext cx="6451429" cy="3274529"/>
          </a:xfrm>
        </p:spPr>
        <p:txBody>
          <a:bodyPr>
            <a:noAutofit/>
          </a:bodyPr>
          <a:lstStyle/>
          <a:p>
            <a:pPr algn="r"/>
            <a:r>
              <a:rPr lang="es-ES" sz="4000" b="1" dirty="0" err="1"/>
              <a:t>Computer</a:t>
            </a:r>
            <a:r>
              <a:rPr lang="es-ES" sz="4000" b="1" dirty="0"/>
              <a:t> </a:t>
            </a:r>
            <a:r>
              <a:rPr lang="es-ES" sz="4000" b="1" dirty="0" err="1"/>
              <a:t>vision</a:t>
            </a:r>
            <a:r>
              <a:rPr lang="es-ES" sz="4000" b="1" dirty="0"/>
              <a:t> </a:t>
            </a:r>
            <a:r>
              <a:rPr lang="es-ES" sz="4000" dirty="0"/>
              <a:t>y </a:t>
            </a:r>
            <a:r>
              <a:rPr lang="es-ES" sz="4000" b="1" dirty="0"/>
              <a:t>detección de objetos. </a:t>
            </a:r>
          </a:p>
          <a:p>
            <a:pPr algn="r"/>
            <a:r>
              <a:rPr lang="es-ES" sz="4000" dirty="0"/>
              <a:t>Con herramientas como </a:t>
            </a:r>
            <a:r>
              <a:rPr lang="es-ES" sz="4000" b="1" dirty="0"/>
              <a:t>Python</a:t>
            </a:r>
            <a:r>
              <a:rPr lang="es-ES" sz="4000" dirty="0"/>
              <a:t>, </a:t>
            </a:r>
            <a:r>
              <a:rPr lang="es-ES" sz="4000" b="1" dirty="0" err="1"/>
              <a:t>OpenCV</a:t>
            </a:r>
            <a:r>
              <a:rPr lang="es-ES" sz="4000" b="1" dirty="0"/>
              <a:t>, PIL, </a:t>
            </a:r>
            <a:r>
              <a:rPr lang="es-ES" sz="4000" b="1" dirty="0" err="1"/>
              <a:t>matplotlib</a:t>
            </a:r>
            <a:r>
              <a:rPr lang="es-ES" sz="4000" b="1" dirty="0"/>
              <a:t> </a:t>
            </a:r>
            <a:r>
              <a:rPr lang="es-ES" sz="4000" dirty="0"/>
              <a:t>y </a:t>
            </a:r>
            <a:r>
              <a:rPr lang="es-ES" sz="4000" b="1" dirty="0" err="1"/>
              <a:t>Ultralytics</a:t>
            </a:r>
            <a:endParaRPr lang="es-AR" sz="4000" b="1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09F7AAC-B975-00DF-C5B3-ED5972D80515}"/>
              </a:ext>
            </a:extLst>
          </p:cNvPr>
          <p:cNvSpPr txBox="1">
            <a:spLocks/>
          </p:cNvSpPr>
          <p:nvPr/>
        </p:nvSpPr>
        <p:spPr>
          <a:xfrm>
            <a:off x="86497" y="0"/>
            <a:ext cx="3866071" cy="6759146"/>
          </a:xfrm>
          <a:custGeom>
            <a:avLst/>
            <a:gdLst>
              <a:gd name="connsiteX0" fmla="*/ 0 w 3866071"/>
              <a:gd name="connsiteY0" fmla="*/ 0 h 6759146"/>
              <a:gd name="connsiteX1" fmla="*/ 552296 w 3866071"/>
              <a:gd name="connsiteY1" fmla="*/ 0 h 6759146"/>
              <a:gd name="connsiteX2" fmla="*/ 1104592 w 3866071"/>
              <a:gd name="connsiteY2" fmla="*/ 0 h 6759146"/>
              <a:gd name="connsiteX3" fmla="*/ 1656888 w 3866071"/>
              <a:gd name="connsiteY3" fmla="*/ 0 h 6759146"/>
              <a:gd name="connsiteX4" fmla="*/ 2247844 w 3866071"/>
              <a:gd name="connsiteY4" fmla="*/ 0 h 6759146"/>
              <a:gd name="connsiteX5" fmla="*/ 2722819 w 3866071"/>
              <a:gd name="connsiteY5" fmla="*/ 0 h 6759146"/>
              <a:gd name="connsiteX6" fmla="*/ 3313775 w 3866071"/>
              <a:gd name="connsiteY6" fmla="*/ 0 h 6759146"/>
              <a:gd name="connsiteX7" fmla="*/ 3866071 w 3866071"/>
              <a:gd name="connsiteY7" fmla="*/ 0 h 6759146"/>
              <a:gd name="connsiteX8" fmla="*/ 3866071 w 3866071"/>
              <a:gd name="connsiteY8" fmla="*/ 698445 h 6759146"/>
              <a:gd name="connsiteX9" fmla="*/ 3866071 w 3866071"/>
              <a:gd name="connsiteY9" fmla="*/ 1194116 h 6759146"/>
              <a:gd name="connsiteX10" fmla="*/ 3866071 w 3866071"/>
              <a:gd name="connsiteY10" fmla="*/ 1622195 h 6759146"/>
              <a:gd name="connsiteX11" fmla="*/ 3866071 w 3866071"/>
              <a:gd name="connsiteY11" fmla="*/ 1982683 h 6759146"/>
              <a:gd name="connsiteX12" fmla="*/ 3866071 w 3866071"/>
              <a:gd name="connsiteY12" fmla="*/ 2410762 h 6759146"/>
              <a:gd name="connsiteX13" fmla="*/ 3866071 w 3866071"/>
              <a:gd name="connsiteY13" fmla="*/ 3109207 h 6759146"/>
              <a:gd name="connsiteX14" fmla="*/ 3866071 w 3866071"/>
              <a:gd name="connsiteY14" fmla="*/ 3740061 h 6759146"/>
              <a:gd name="connsiteX15" fmla="*/ 3866071 w 3866071"/>
              <a:gd name="connsiteY15" fmla="*/ 4438506 h 6759146"/>
              <a:gd name="connsiteX16" fmla="*/ 3866071 w 3866071"/>
              <a:gd name="connsiteY16" fmla="*/ 4798994 h 6759146"/>
              <a:gd name="connsiteX17" fmla="*/ 3866071 w 3866071"/>
              <a:gd name="connsiteY17" fmla="*/ 5362256 h 6759146"/>
              <a:gd name="connsiteX18" fmla="*/ 3866071 w 3866071"/>
              <a:gd name="connsiteY18" fmla="*/ 5790335 h 6759146"/>
              <a:gd name="connsiteX19" fmla="*/ 3866071 w 3866071"/>
              <a:gd name="connsiteY19" fmla="*/ 6759146 h 6759146"/>
              <a:gd name="connsiteX20" fmla="*/ 3313775 w 3866071"/>
              <a:gd name="connsiteY20" fmla="*/ 6759146 h 6759146"/>
              <a:gd name="connsiteX21" fmla="*/ 2761479 w 3866071"/>
              <a:gd name="connsiteY21" fmla="*/ 6759146 h 6759146"/>
              <a:gd name="connsiteX22" fmla="*/ 2131862 w 3866071"/>
              <a:gd name="connsiteY22" fmla="*/ 6759146 h 6759146"/>
              <a:gd name="connsiteX23" fmla="*/ 1540905 w 3866071"/>
              <a:gd name="connsiteY23" fmla="*/ 6759146 h 6759146"/>
              <a:gd name="connsiteX24" fmla="*/ 949949 w 3866071"/>
              <a:gd name="connsiteY24" fmla="*/ 6759146 h 6759146"/>
              <a:gd name="connsiteX25" fmla="*/ 0 w 3866071"/>
              <a:gd name="connsiteY25" fmla="*/ 6759146 h 6759146"/>
              <a:gd name="connsiteX26" fmla="*/ 0 w 3866071"/>
              <a:gd name="connsiteY26" fmla="*/ 6060701 h 6759146"/>
              <a:gd name="connsiteX27" fmla="*/ 0 w 3866071"/>
              <a:gd name="connsiteY27" fmla="*/ 5565030 h 6759146"/>
              <a:gd name="connsiteX28" fmla="*/ 0 w 3866071"/>
              <a:gd name="connsiteY28" fmla="*/ 5001768 h 6759146"/>
              <a:gd name="connsiteX29" fmla="*/ 0 w 3866071"/>
              <a:gd name="connsiteY29" fmla="*/ 4641280 h 6759146"/>
              <a:gd name="connsiteX30" fmla="*/ 0 w 3866071"/>
              <a:gd name="connsiteY30" fmla="*/ 4213201 h 6759146"/>
              <a:gd name="connsiteX31" fmla="*/ 0 w 3866071"/>
              <a:gd name="connsiteY31" fmla="*/ 3785122 h 6759146"/>
              <a:gd name="connsiteX32" fmla="*/ 0 w 3866071"/>
              <a:gd name="connsiteY32" fmla="*/ 3221860 h 6759146"/>
              <a:gd name="connsiteX33" fmla="*/ 0 w 3866071"/>
              <a:gd name="connsiteY33" fmla="*/ 2726189 h 6759146"/>
              <a:gd name="connsiteX34" fmla="*/ 0 w 3866071"/>
              <a:gd name="connsiteY34" fmla="*/ 2298110 h 6759146"/>
              <a:gd name="connsiteX35" fmla="*/ 0 w 3866071"/>
              <a:gd name="connsiteY35" fmla="*/ 1667256 h 6759146"/>
              <a:gd name="connsiteX36" fmla="*/ 0 w 3866071"/>
              <a:gd name="connsiteY36" fmla="*/ 968811 h 6759146"/>
              <a:gd name="connsiteX37" fmla="*/ 0 w 3866071"/>
              <a:gd name="connsiteY37" fmla="*/ 0 h 6759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66071" h="6759146" fill="none" extrusionOk="0">
                <a:moveTo>
                  <a:pt x="0" y="0"/>
                </a:moveTo>
                <a:cubicBezTo>
                  <a:pt x="239748" y="-10935"/>
                  <a:pt x="305841" y="36782"/>
                  <a:pt x="552296" y="0"/>
                </a:cubicBezTo>
                <a:cubicBezTo>
                  <a:pt x="798751" y="-36782"/>
                  <a:pt x="975070" y="26968"/>
                  <a:pt x="1104592" y="0"/>
                </a:cubicBezTo>
                <a:cubicBezTo>
                  <a:pt x="1234114" y="-26968"/>
                  <a:pt x="1414344" y="26781"/>
                  <a:pt x="1656888" y="0"/>
                </a:cubicBezTo>
                <a:cubicBezTo>
                  <a:pt x="1899432" y="-26781"/>
                  <a:pt x="2050844" y="28533"/>
                  <a:pt x="2247844" y="0"/>
                </a:cubicBezTo>
                <a:cubicBezTo>
                  <a:pt x="2444844" y="-28533"/>
                  <a:pt x="2606707" y="31691"/>
                  <a:pt x="2722819" y="0"/>
                </a:cubicBezTo>
                <a:cubicBezTo>
                  <a:pt x="2838931" y="-31691"/>
                  <a:pt x="3076610" y="51355"/>
                  <a:pt x="3313775" y="0"/>
                </a:cubicBezTo>
                <a:cubicBezTo>
                  <a:pt x="3550940" y="-51355"/>
                  <a:pt x="3606259" y="32738"/>
                  <a:pt x="3866071" y="0"/>
                </a:cubicBezTo>
                <a:cubicBezTo>
                  <a:pt x="3868213" y="190770"/>
                  <a:pt x="3790996" y="534118"/>
                  <a:pt x="3866071" y="698445"/>
                </a:cubicBezTo>
                <a:cubicBezTo>
                  <a:pt x="3941146" y="862772"/>
                  <a:pt x="3860710" y="1077794"/>
                  <a:pt x="3866071" y="1194116"/>
                </a:cubicBezTo>
                <a:cubicBezTo>
                  <a:pt x="3871432" y="1310438"/>
                  <a:pt x="3845412" y="1469238"/>
                  <a:pt x="3866071" y="1622195"/>
                </a:cubicBezTo>
                <a:cubicBezTo>
                  <a:pt x="3886730" y="1775152"/>
                  <a:pt x="3863637" y="1895982"/>
                  <a:pt x="3866071" y="1982683"/>
                </a:cubicBezTo>
                <a:cubicBezTo>
                  <a:pt x="3868505" y="2069384"/>
                  <a:pt x="3827616" y="2204320"/>
                  <a:pt x="3866071" y="2410762"/>
                </a:cubicBezTo>
                <a:cubicBezTo>
                  <a:pt x="3904526" y="2617204"/>
                  <a:pt x="3803416" y="2864056"/>
                  <a:pt x="3866071" y="3109207"/>
                </a:cubicBezTo>
                <a:cubicBezTo>
                  <a:pt x="3928726" y="3354358"/>
                  <a:pt x="3863863" y="3464786"/>
                  <a:pt x="3866071" y="3740061"/>
                </a:cubicBezTo>
                <a:cubicBezTo>
                  <a:pt x="3868279" y="4015336"/>
                  <a:pt x="3836673" y="4283648"/>
                  <a:pt x="3866071" y="4438506"/>
                </a:cubicBezTo>
                <a:cubicBezTo>
                  <a:pt x="3895469" y="4593364"/>
                  <a:pt x="3825755" y="4618950"/>
                  <a:pt x="3866071" y="4798994"/>
                </a:cubicBezTo>
                <a:cubicBezTo>
                  <a:pt x="3906387" y="4979038"/>
                  <a:pt x="3830135" y="5177659"/>
                  <a:pt x="3866071" y="5362256"/>
                </a:cubicBezTo>
                <a:cubicBezTo>
                  <a:pt x="3902007" y="5546853"/>
                  <a:pt x="3863258" y="5684400"/>
                  <a:pt x="3866071" y="5790335"/>
                </a:cubicBezTo>
                <a:cubicBezTo>
                  <a:pt x="3868884" y="5896270"/>
                  <a:pt x="3791373" y="6349705"/>
                  <a:pt x="3866071" y="6759146"/>
                </a:cubicBezTo>
                <a:cubicBezTo>
                  <a:pt x="3701817" y="6760925"/>
                  <a:pt x="3496505" y="6707073"/>
                  <a:pt x="3313775" y="6759146"/>
                </a:cubicBezTo>
                <a:cubicBezTo>
                  <a:pt x="3131045" y="6811219"/>
                  <a:pt x="2933519" y="6751541"/>
                  <a:pt x="2761479" y="6759146"/>
                </a:cubicBezTo>
                <a:cubicBezTo>
                  <a:pt x="2589439" y="6766751"/>
                  <a:pt x="2343138" y="6748617"/>
                  <a:pt x="2131862" y="6759146"/>
                </a:cubicBezTo>
                <a:cubicBezTo>
                  <a:pt x="1920586" y="6769675"/>
                  <a:pt x="1674402" y="6749995"/>
                  <a:pt x="1540905" y="6759146"/>
                </a:cubicBezTo>
                <a:cubicBezTo>
                  <a:pt x="1407408" y="6768297"/>
                  <a:pt x="1207612" y="6712998"/>
                  <a:pt x="949949" y="6759146"/>
                </a:cubicBezTo>
                <a:cubicBezTo>
                  <a:pt x="692286" y="6805294"/>
                  <a:pt x="386916" y="6734400"/>
                  <a:pt x="0" y="6759146"/>
                </a:cubicBezTo>
                <a:cubicBezTo>
                  <a:pt x="-58789" y="6443973"/>
                  <a:pt x="19567" y="6208405"/>
                  <a:pt x="0" y="6060701"/>
                </a:cubicBezTo>
                <a:cubicBezTo>
                  <a:pt x="-19567" y="5912997"/>
                  <a:pt x="39183" y="5755452"/>
                  <a:pt x="0" y="5565030"/>
                </a:cubicBezTo>
                <a:cubicBezTo>
                  <a:pt x="-39183" y="5374608"/>
                  <a:pt x="21318" y="5167627"/>
                  <a:pt x="0" y="5001768"/>
                </a:cubicBezTo>
                <a:cubicBezTo>
                  <a:pt x="-21318" y="4835909"/>
                  <a:pt x="28977" y="4770005"/>
                  <a:pt x="0" y="4641280"/>
                </a:cubicBezTo>
                <a:cubicBezTo>
                  <a:pt x="-28977" y="4512555"/>
                  <a:pt x="7827" y="4397438"/>
                  <a:pt x="0" y="4213201"/>
                </a:cubicBezTo>
                <a:cubicBezTo>
                  <a:pt x="-7827" y="4028964"/>
                  <a:pt x="356" y="3926206"/>
                  <a:pt x="0" y="3785122"/>
                </a:cubicBezTo>
                <a:cubicBezTo>
                  <a:pt x="-356" y="3644038"/>
                  <a:pt x="43020" y="3364463"/>
                  <a:pt x="0" y="3221860"/>
                </a:cubicBezTo>
                <a:cubicBezTo>
                  <a:pt x="-43020" y="3079257"/>
                  <a:pt x="37385" y="2825963"/>
                  <a:pt x="0" y="2726189"/>
                </a:cubicBezTo>
                <a:cubicBezTo>
                  <a:pt x="-37385" y="2626415"/>
                  <a:pt x="47265" y="2412896"/>
                  <a:pt x="0" y="2298110"/>
                </a:cubicBezTo>
                <a:cubicBezTo>
                  <a:pt x="-47265" y="2183324"/>
                  <a:pt x="13709" y="1953978"/>
                  <a:pt x="0" y="1667256"/>
                </a:cubicBezTo>
                <a:cubicBezTo>
                  <a:pt x="-13709" y="1380534"/>
                  <a:pt x="76811" y="1262402"/>
                  <a:pt x="0" y="968811"/>
                </a:cubicBezTo>
                <a:cubicBezTo>
                  <a:pt x="-76811" y="675220"/>
                  <a:pt x="68787" y="477153"/>
                  <a:pt x="0" y="0"/>
                </a:cubicBezTo>
                <a:close/>
              </a:path>
              <a:path w="3866071" h="6759146" stroke="0" extrusionOk="0">
                <a:moveTo>
                  <a:pt x="0" y="0"/>
                </a:moveTo>
                <a:cubicBezTo>
                  <a:pt x="106535" y="-5458"/>
                  <a:pt x="258527" y="49566"/>
                  <a:pt x="513635" y="0"/>
                </a:cubicBezTo>
                <a:cubicBezTo>
                  <a:pt x="768744" y="-49566"/>
                  <a:pt x="822961" y="8205"/>
                  <a:pt x="949949" y="0"/>
                </a:cubicBezTo>
                <a:cubicBezTo>
                  <a:pt x="1076937" y="-8205"/>
                  <a:pt x="1246545" y="54369"/>
                  <a:pt x="1463584" y="0"/>
                </a:cubicBezTo>
                <a:cubicBezTo>
                  <a:pt x="1680623" y="-54369"/>
                  <a:pt x="1747685" y="29690"/>
                  <a:pt x="2015880" y="0"/>
                </a:cubicBezTo>
                <a:cubicBezTo>
                  <a:pt x="2284075" y="-29690"/>
                  <a:pt x="2340823" y="21421"/>
                  <a:pt x="2490854" y="0"/>
                </a:cubicBezTo>
                <a:cubicBezTo>
                  <a:pt x="2640885" y="-21421"/>
                  <a:pt x="2819125" y="33763"/>
                  <a:pt x="2927168" y="0"/>
                </a:cubicBezTo>
                <a:cubicBezTo>
                  <a:pt x="3035211" y="-33763"/>
                  <a:pt x="3152166" y="50706"/>
                  <a:pt x="3363482" y="0"/>
                </a:cubicBezTo>
                <a:cubicBezTo>
                  <a:pt x="3574798" y="-50706"/>
                  <a:pt x="3653036" y="30892"/>
                  <a:pt x="3866071" y="0"/>
                </a:cubicBezTo>
                <a:cubicBezTo>
                  <a:pt x="3913558" y="154033"/>
                  <a:pt x="3836388" y="549360"/>
                  <a:pt x="3866071" y="698445"/>
                </a:cubicBezTo>
                <a:cubicBezTo>
                  <a:pt x="3895754" y="847531"/>
                  <a:pt x="3862738" y="1014998"/>
                  <a:pt x="3866071" y="1126524"/>
                </a:cubicBezTo>
                <a:cubicBezTo>
                  <a:pt x="3869404" y="1238050"/>
                  <a:pt x="3807925" y="1604572"/>
                  <a:pt x="3866071" y="1824969"/>
                </a:cubicBezTo>
                <a:cubicBezTo>
                  <a:pt x="3924217" y="2045366"/>
                  <a:pt x="3850564" y="2067310"/>
                  <a:pt x="3866071" y="2253049"/>
                </a:cubicBezTo>
                <a:cubicBezTo>
                  <a:pt x="3881578" y="2438788"/>
                  <a:pt x="3826506" y="2485919"/>
                  <a:pt x="3866071" y="2681128"/>
                </a:cubicBezTo>
                <a:cubicBezTo>
                  <a:pt x="3905636" y="2876337"/>
                  <a:pt x="3854234" y="3114843"/>
                  <a:pt x="3866071" y="3311982"/>
                </a:cubicBezTo>
                <a:cubicBezTo>
                  <a:pt x="3877908" y="3509121"/>
                  <a:pt x="3815694" y="3608283"/>
                  <a:pt x="3866071" y="3807652"/>
                </a:cubicBezTo>
                <a:cubicBezTo>
                  <a:pt x="3916448" y="4007021"/>
                  <a:pt x="3811091" y="4133446"/>
                  <a:pt x="3866071" y="4438506"/>
                </a:cubicBezTo>
                <a:cubicBezTo>
                  <a:pt x="3921051" y="4743566"/>
                  <a:pt x="3831674" y="4737180"/>
                  <a:pt x="3866071" y="4934177"/>
                </a:cubicBezTo>
                <a:cubicBezTo>
                  <a:pt x="3900468" y="5131174"/>
                  <a:pt x="3845640" y="5308833"/>
                  <a:pt x="3866071" y="5565030"/>
                </a:cubicBezTo>
                <a:cubicBezTo>
                  <a:pt x="3886502" y="5821227"/>
                  <a:pt x="3849079" y="5806799"/>
                  <a:pt x="3866071" y="5993109"/>
                </a:cubicBezTo>
                <a:cubicBezTo>
                  <a:pt x="3883063" y="6179419"/>
                  <a:pt x="3802657" y="6540465"/>
                  <a:pt x="3866071" y="6759146"/>
                </a:cubicBezTo>
                <a:cubicBezTo>
                  <a:pt x="3650788" y="6796955"/>
                  <a:pt x="3473287" y="6715227"/>
                  <a:pt x="3352436" y="6759146"/>
                </a:cubicBezTo>
                <a:cubicBezTo>
                  <a:pt x="3231585" y="6803065"/>
                  <a:pt x="2980194" y="6733253"/>
                  <a:pt x="2800140" y="6759146"/>
                </a:cubicBezTo>
                <a:cubicBezTo>
                  <a:pt x="2620086" y="6785039"/>
                  <a:pt x="2487083" y="6734717"/>
                  <a:pt x="2363826" y="6759146"/>
                </a:cubicBezTo>
                <a:cubicBezTo>
                  <a:pt x="2240569" y="6783575"/>
                  <a:pt x="2026073" y="6715384"/>
                  <a:pt x="1850191" y="6759146"/>
                </a:cubicBezTo>
                <a:cubicBezTo>
                  <a:pt x="1674310" y="6802908"/>
                  <a:pt x="1530993" y="6727474"/>
                  <a:pt x="1297895" y="6759146"/>
                </a:cubicBezTo>
                <a:cubicBezTo>
                  <a:pt x="1064797" y="6790818"/>
                  <a:pt x="1035849" y="6708102"/>
                  <a:pt x="861582" y="6759146"/>
                </a:cubicBezTo>
                <a:cubicBezTo>
                  <a:pt x="687315" y="6810190"/>
                  <a:pt x="198671" y="6687449"/>
                  <a:pt x="0" y="6759146"/>
                </a:cubicBezTo>
                <a:cubicBezTo>
                  <a:pt x="-16066" y="6562188"/>
                  <a:pt x="23149" y="6517436"/>
                  <a:pt x="0" y="6331067"/>
                </a:cubicBezTo>
                <a:cubicBezTo>
                  <a:pt x="-23149" y="6144698"/>
                  <a:pt x="28048" y="6147713"/>
                  <a:pt x="0" y="5970579"/>
                </a:cubicBezTo>
                <a:cubicBezTo>
                  <a:pt x="-28048" y="5793445"/>
                  <a:pt x="63915" y="5514967"/>
                  <a:pt x="0" y="5272134"/>
                </a:cubicBezTo>
                <a:cubicBezTo>
                  <a:pt x="-63915" y="5029302"/>
                  <a:pt x="63493" y="4733567"/>
                  <a:pt x="0" y="4573689"/>
                </a:cubicBezTo>
                <a:cubicBezTo>
                  <a:pt x="-63493" y="4413812"/>
                  <a:pt x="1677" y="4262532"/>
                  <a:pt x="0" y="4145610"/>
                </a:cubicBezTo>
                <a:cubicBezTo>
                  <a:pt x="-1677" y="4028688"/>
                  <a:pt x="5477" y="3874252"/>
                  <a:pt x="0" y="3785122"/>
                </a:cubicBezTo>
                <a:cubicBezTo>
                  <a:pt x="-5477" y="3695992"/>
                  <a:pt x="61000" y="3394150"/>
                  <a:pt x="0" y="3154268"/>
                </a:cubicBezTo>
                <a:cubicBezTo>
                  <a:pt x="-61000" y="2914386"/>
                  <a:pt x="9194" y="2713283"/>
                  <a:pt x="0" y="2523415"/>
                </a:cubicBezTo>
                <a:cubicBezTo>
                  <a:pt x="-9194" y="2333547"/>
                  <a:pt x="16754" y="2082448"/>
                  <a:pt x="0" y="1824969"/>
                </a:cubicBezTo>
                <a:cubicBezTo>
                  <a:pt x="-16754" y="1567490"/>
                  <a:pt x="22295" y="1432609"/>
                  <a:pt x="0" y="1194116"/>
                </a:cubicBezTo>
                <a:cubicBezTo>
                  <a:pt x="-22295" y="955623"/>
                  <a:pt x="23936" y="865188"/>
                  <a:pt x="0" y="563262"/>
                </a:cubicBezTo>
                <a:cubicBezTo>
                  <a:pt x="-23936" y="261336"/>
                  <a:pt x="59954" y="139037"/>
                  <a:pt x="0" y="0"/>
                </a:cubicBezTo>
                <a:close/>
              </a:path>
            </a:pathLst>
          </a:custGeom>
          <a:solidFill>
            <a:srgbClr val="47957E"/>
          </a:solidFill>
          <a:ln w="76200">
            <a:solidFill>
              <a:srgbClr val="47957E"/>
            </a:solidFill>
            <a:extLst>
              <a:ext uri="{C807C97D-BFC1-408E-A445-0C87EB9F89A2}">
                <ask:lineSketchStyleProps xmlns:ask="http://schemas.microsoft.com/office/drawing/2018/sketchyshapes" sd="213332286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AR" sz="7200" b="1" dirty="0">
              <a:solidFill>
                <a:schemeClr val="accent2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34AC681-822A-F293-48D1-2C21317890B0}"/>
              </a:ext>
            </a:extLst>
          </p:cNvPr>
          <p:cNvSpPr/>
          <p:nvPr/>
        </p:nvSpPr>
        <p:spPr>
          <a:xfrm>
            <a:off x="2168014" y="2937164"/>
            <a:ext cx="3105887" cy="2987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F22E35-D416-F59E-23EF-A24B6D8D0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925" y="3365961"/>
            <a:ext cx="2227008" cy="222700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512420A-8407-0628-AF5B-FD5580995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7732" y="957715"/>
            <a:ext cx="5130798" cy="1693121"/>
          </a:xfrm>
        </p:spPr>
        <p:txBody>
          <a:bodyPr>
            <a:normAutofit/>
          </a:bodyPr>
          <a:lstStyle/>
          <a:p>
            <a:r>
              <a:rPr lang="es-AR" sz="7200" b="1" dirty="0">
                <a:solidFill>
                  <a:schemeClr val="accent2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METODOLOGÍAS</a:t>
            </a:r>
          </a:p>
        </p:txBody>
      </p:sp>
    </p:spTree>
    <p:extLst>
      <p:ext uri="{BB962C8B-B14F-4D97-AF65-F5344CB8AC3E}">
        <p14:creationId xmlns:p14="http://schemas.microsoft.com/office/powerpoint/2010/main" val="2456191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ADF5E-3BA6-4FF1-FD46-4EAF0360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70AF1A-AFA8-F144-DE56-9A63041D8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08986"/>
            <a:ext cx="4187536" cy="1458853"/>
          </a:xfrm>
        </p:spPr>
        <p:txBody>
          <a:bodyPr anchor="b">
            <a:normAutofit/>
          </a:bodyPr>
          <a:lstStyle/>
          <a:p>
            <a:r>
              <a:rPr lang="es-AR" sz="6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DESAFÍOS </a:t>
            </a:r>
          </a:p>
        </p:txBody>
      </p:sp>
      <p:sp>
        <p:nvSpPr>
          <p:cNvPr id="51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Imagen 27" descr="Vea los detalles de la imagen relacionada. 51 Wall-E Characters ideas in 2021 | wall e, wall e eve, disney wall">
            <a:extLst>
              <a:ext uri="{FF2B5EF4-FFF2-40B4-BE49-F238E27FC236}">
                <a16:creationId xmlns:a16="http://schemas.microsoft.com/office/drawing/2014/main" id="{A66513C7-7E91-C56D-F5F9-50AC587FB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655" y="3429000"/>
            <a:ext cx="2151431" cy="215143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5AFBBDEE-05AD-70EF-17B6-9EA793FF7360}"/>
              </a:ext>
            </a:extLst>
          </p:cNvPr>
          <p:cNvSpPr/>
          <p:nvPr/>
        </p:nvSpPr>
        <p:spPr>
          <a:xfrm>
            <a:off x="5482776" y="1102023"/>
            <a:ext cx="6587688" cy="51785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61608303-D05B-41E1-3176-06784C1A4CD7}"/>
              </a:ext>
            </a:extLst>
          </p:cNvPr>
          <p:cNvSpPr txBox="1">
            <a:spLocks/>
          </p:cNvSpPr>
          <p:nvPr/>
        </p:nvSpPr>
        <p:spPr>
          <a:xfrm>
            <a:off x="5995664" y="2301794"/>
            <a:ext cx="6196335" cy="34541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4000" b="1" dirty="0">
                <a:solidFill>
                  <a:schemeClr val="bg1"/>
                </a:solidFill>
              </a:rPr>
              <a:t>Limitación</a:t>
            </a:r>
            <a:r>
              <a:rPr lang="es-ES" sz="4000" dirty="0">
                <a:solidFill>
                  <a:schemeClr val="bg1"/>
                </a:solidFill>
              </a:rPr>
              <a:t> </a:t>
            </a:r>
            <a:r>
              <a:rPr lang="es-ES" sz="4000" b="1" dirty="0">
                <a:solidFill>
                  <a:schemeClr val="bg1"/>
                </a:solidFill>
              </a:rPr>
              <a:t>del modelo </a:t>
            </a:r>
            <a:r>
              <a:rPr lang="es-ES" sz="4000" dirty="0" err="1">
                <a:solidFill>
                  <a:schemeClr val="bg1"/>
                </a:solidFill>
              </a:rPr>
              <a:t>preentrenado</a:t>
            </a:r>
            <a:r>
              <a:rPr lang="es-ES" sz="4000" dirty="0">
                <a:solidFill>
                  <a:schemeClr val="bg1"/>
                </a:solidFill>
              </a:rPr>
              <a:t> YOLOv8.</a:t>
            </a:r>
          </a:p>
          <a:p>
            <a:pPr algn="l"/>
            <a:r>
              <a:rPr lang="es-ES" sz="4000" b="1" dirty="0">
                <a:solidFill>
                  <a:schemeClr val="bg1"/>
                </a:solidFill>
              </a:rPr>
              <a:t>Ambigüedad</a:t>
            </a:r>
            <a:r>
              <a:rPr lang="es-ES" sz="4000" dirty="0">
                <a:solidFill>
                  <a:schemeClr val="bg1"/>
                </a:solidFill>
              </a:rPr>
              <a:t> </a:t>
            </a:r>
            <a:r>
              <a:rPr lang="es-ES" sz="4000" b="1" dirty="0">
                <a:solidFill>
                  <a:schemeClr val="bg1"/>
                </a:solidFill>
              </a:rPr>
              <a:t>Semántica.</a:t>
            </a:r>
            <a:endParaRPr lang="es-AR" sz="4000" b="1" dirty="0">
              <a:solidFill>
                <a:schemeClr val="bg1"/>
              </a:solidFill>
            </a:endParaRPr>
          </a:p>
          <a:p>
            <a:pPr algn="l"/>
            <a:r>
              <a:rPr lang="es-ES" sz="4000" b="1" dirty="0">
                <a:solidFill>
                  <a:schemeClr val="bg1"/>
                </a:solidFill>
                <a:effectLst/>
              </a:rPr>
              <a:t>Acceso limitado </a:t>
            </a:r>
            <a:r>
              <a:rPr lang="es-ES" sz="4000" dirty="0">
                <a:solidFill>
                  <a:schemeClr val="bg1"/>
                </a:solidFill>
                <a:effectLst/>
              </a:rPr>
              <a:t>a la webcam.</a:t>
            </a:r>
            <a:endParaRPr lang="es-AR" sz="4000" dirty="0">
              <a:solidFill>
                <a:schemeClr val="bg1"/>
              </a:solidFill>
            </a:endParaRPr>
          </a:p>
          <a:p>
            <a:pPr algn="l"/>
            <a:endParaRPr lang="es-A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080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DE102-5777-8E1F-6F2F-90F52653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F30EDD-EEB0-C344-5F3A-C41156666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0DC9C9C-D93C-D92D-2B85-E517A6529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7C867F-D5AB-16FC-7D9D-C2A143390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DC877F7-26F5-AADA-BBBD-A530A0D8F4F4}"/>
              </a:ext>
            </a:extLst>
          </p:cNvPr>
          <p:cNvGrpSpPr/>
          <p:nvPr/>
        </p:nvGrpSpPr>
        <p:grpSpPr>
          <a:xfrm flipH="1">
            <a:off x="4282288" y="0"/>
            <a:ext cx="7909709" cy="6858000"/>
            <a:chOff x="0" y="0"/>
            <a:chExt cx="4451927" cy="6858000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9D61675-0273-8392-2480-90B26F7BBB76}"/>
                </a:ext>
              </a:extLst>
            </p:cNvPr>
            <p:cNvSpPr/>
            <p:nvPr/>
          </p:nvSpPr>
          <p:spPr>
            <a:xfrm>
              <a:off x="0" y="0"/>
              <a:ext cx="4451927" cy="6858000"/>
            </a:xfrm>
            <a:prstGeom prst="rect">
              <a:avLst/>
            </a:prstGeom>
            <a:solidFill>
              <a:srgbClr val="4795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8" name="Título 1">
              <a:extLst>
                <a:ext uri="{FF2B5EF4-FFF2-40B4-BE49-F238E27FC236}">
                  <a16:creationId xmlns:a16="http://schemas.microsoft.com/office/drawing/2014/main" id="{EEB784C9-7797-4976-9188-BE3AF9976235}"/>
                </a:ext>
              </a:extLst>
            </p:cNvPr>
            <p:cNvSpPr txBox="1">
              <a:spLocks/>
            </p:cNvSpPr>
            <p:nvPr/>
          </p:nvSpPr>
          <p:spPr>
            <a:xfrm>
              <a:off x="86497" y="123568"/>
              <a:ext cx="4365430" cy="6635578"/>
            </a:xfrm>
            <a:custGeom>
              <a:avLst/>
              <a:gdLst>
                <a:gd name="connsiteX0" fmla="*/ 0 w 4365430"/>
                <a:gd name="connsiteY0" fmla="*/ 0 h 6635578"/>
                <a:gd name="connsiteX1" fmla="*/ 589333 w 4365430"/>
                <a:gd name="connsiteY1" fmla="*/ 0 h 6635578"/>
                <a:gd name="connsiteX2" fmla="*/ 1047703 w 4365430"/>
                <a:gd name="connsiteY2" fmla="*/ 0 h 6635578"/>
                <a:gd name="connsiteX3" fmla="*/ 1637036 w 4365430"/>
                <a:gd name="connsiteY3" fmla="*/ 0 h 6635578"/>
                <a:gd name="connsiteX4" fmla="*/ 2139061 w 4365430"/>
                <a:gd name="connsiteY4" fmla="*/ 0 h 6635578"/>
                <a:gd name="connsiteX5" fmla="*/ 2772048 w 4365430"/>
                <a:gd name="connsiteY5" fmla="*/ 0 h 6635578"/>
                <a:gd name="connsiteX6" fmla="*/ 3230418 w 4365430"/>
                <a:gd name="connsiteY6" fmla="*/ 0 h 6635578"/>
                <a:gd name="connsiteX7" fmla="*/ 3645134 w 4365430"/>
                <a:gd name="connsiteY7" fmla="*/ 0 h 6635578"/>
                <a:gd name="connsiteX8" fmla="*/ 4365430 w 4365430"/>
                <a:gd name="connsiteY8" fmla="*/ 0 h 6635578"/>
                <a:gd name="connsiteX9" fmla="*/ 4365430 w 4365430"/>
                <a:gd name="connsiteY9" fmla="*/ 353897 h 6635578"/>
                <a:gd name="connsiteX10" fmla="*/ 4365430 w 4365430"/>
                <a:gd name="connsiteY10" fmla="*/ 1039574 h 6635578"/>
                <a:gd name="connsiteX11" fmla="*/ 4365430 w 4365430"/>
                <a:gd name="connsiteY11" fmla="*/ 1658895 h 6635578"/>
                <a:gd name="connsiteX12" fmla="*/ 4365430 w 4365430"/>
                <a:gd name="connsiteY12" fmla="*/ 2344571 h 6635578"/>
                <a:gd name="connsiteX13" fmla="*/ 4365430 w 4365430"/>
                <a:gd name="connsiteY13" fmla="*/ 2698468 h 6635578"/>
                <a:gd name="connsiteX14" fmla="*/ 4365430 w 4365430"/>
                <a:gd name="connsiteY14" fmla="*/ 3251433 h 6635578"/>
                <a:gd name="connsiteX15" fmla="*/ 4365430 w 4365430"/>
                <a:gd name="connsiteY15" fmla="*/ 3671686 h 6635578"/>
                <a:gd name="connsiteX16" fmla="*/ 4365430 w 4365430"/>
                <a:gd name="connsiteY16" fmla="*/ 4158296 h 6635578"/>
                <a:gd name="connsiteX17" fmla="*/ 4365430 w 4365430"/>
                <a:gd name="connsiteY17" fmla="*/ 4711260 h 6635578"/>
                <a:gd name="connsiteX18" fmla="*/ 4365430 w 4365430"/>
                <a:gd name="connsiteY18" fmla="*/ 5396937 h 6635578"/>
                <a:gd name="connsiteX19" fmla="*/ 4365430 w 4365430"/>
                <a:gd name="connsiteY19" fmla="*/ 5750834 h 6635578"/>
                <a:gd name="connsiteX20" fmla="*/ 4365430 w 4365430"/>
                <a:gd name="connsiteY20" fmla="*/ 6635578 h 6635578"/>
                <a:gd name="connsiteX21" fmla="*/ 3776097 w 4365430"/>
                <a:gd name="connsiteY21" fmla="*/ 6635578 h 6635578"/>
                <a:gd name="connsiteX22" fmla="*/ 3143110 w 4365430"/>
                <a:gd name="connsiteY22" fmla="*/ 6635578 h 6635578"/>
                <a:gd name="connsiteX23" fmla="*/ 2510122 w 4365430"/>
                <a:gd name="connsiteY23" fmla="*/ 6635578 h 6635578"/>
                <a:gd name="connsiteX24" fmla="*/ 1877135 w 4365430"/>
                <a:gd name="connsiteY24" fmla="*/ 6635578 h 6635578"/>
                <a:gd name="connsiteX25" fmla="*/ 1375110 w 4365430"/>
                <a:gd name="connsiteY25" fmla="*/ 6635578 h 6635578"/>
                <a:gd name="connsiteX26" fmla="*/ 916740 w 4365430"/>
                <a:gd name="connsiteY26" fmla="*/ 6635578 h 6635578"/>
                <a:gd name="connsiteX27" fmla="*/ 502024 w 4365430"/>
                <a:gd name="connsiteY27" fmla="*/ 6635578 h 6635578"/>
                <a:gd name="connsiteX28" fmla="*/ 0 w 4365430"/>
                <a:gd name="connsiteY28" fmla="*/ 6635578 h 6635578"/>
                <a:gd name="connsiteX29" fmla="*/ 0 w 4365430"/>
                <a:gd name="connsiteY29" fmla="*/ 6082613 h 6635578"/>
                <a:gd name="connsiteX30" fmla="*/ 0 w 4365430"/>
                <a:gd name="connsiteY30" fmla="*/ 5596004 h 6635578"/>
                <a:gd name="connsiteX31" fmla="*/ 0 w 4365430"/>
                <a:gd name="connsiteY31" fmla="*/ 5175751 h 6635578"/>
                <a:gd name="connsiteX32" fmla="*/ 0 w 4365430"/>
                <a:gd name="connsiteY32" fmla="*/ 4556430 h 6635578"/>
                <a:gd name="connsiteX33" fmla="*/ 0 w 4365430"/>
                <a:gd name="connsiteY33" fmla="*/ 3870754 h 6635578"/>
                <a:gd name="connsiteX34" fmla="*/ 0 w 4365430"/>
                <a:gd name="connsiteY34" fmla="*/ 3317789 h 6635578"/>
                <a:gd name="connsiteX35" fmla="*/ 0 w 4365430"/>
                <a:gd name="connsiteY35" fmla="*/ 2764824 h 6635578"/>
                <a:gd name="connsiteX36" fmla="*/ 0 w 4365430"/>
                <a:gd name="connsiteY36" fmla="*/ 2278215 h 6635578"/>
                <a:gd name="connsiteX37" fmla="*/ 0 w 4365430"/>
                <a:gd name="connsiteY37" fmla="*/ 1791606 h 6635578"/>
                <a:gd name="connsiteX38" fmla="*/ 0 w 4365430"/>
                <a:gd name="connsiteY38" fmla="*/ 1238641 h 6635578"/>
                <a:gd name="connsiteX39" fmla="*/ 0 w 4365430"/>
                <a:gd name="connsiteY39" fmla="*/ 818388 h 6635578"/>
                <a:gd name="connsiteX40" fmla="*/ 0 w 4365430"/>
                <a:gd name="connsiteY40" fmla="*/ 0 h 6635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365430" h="6635578" fill="none" extrusionOk="0">
                  <a:moveTo>
                    <a:pt x="0" y="0"/>
                  </a:moveTo>
                  <a:cubicBezTo>
                    <a:pt x="125702" y="-56660"/>
                    <a:pt x="467640" y="15040"/>
                    <a:pt x="589333" y="0"/>
                  </a:cubicBezTo>
                  <a:cubicBezTo>
                    <a:pt x="711026" y="-15040"/>
                    <a:pt x="903720" y="54463"/>
                    <a:pt x="1047703" y="0"/>
                  </a:cubicBezTo>
                  <a:cubicBezTo>
                    <a:pt x="1191686" y="-54463"/>
                    <a:pt x="1364483" y="6638"/>
                    <a:pt x="1637036" y="0"/>
                  </a:cubicBezTo>
                  <a:cubicBezTo>
                    <a:pt x="1909589" y="-6638"/>
                    <a:pt x="1990484" y="32466"/>
                    <a:pt x="2139061" y="0"/>
                  </a:cubicBezTo>
                  <a:cubicBezTo>
                    <a:pt x="2287638" y="-32466"/>
                    <a:pt x="2585116" y="30956"/>
                    <a:pt x="2772048" y="0"/>
                  </a:cubicBezTo>
                  <a:cubicBezTo>
                    <a:pt x="2958980" y="-30956"/>
                    <a:pt x="3009259" y="9676"/>
                    <a:pt x="3230418" y="0"/>
                  </a:cubicBezTo>
                  <a:cubicBezTo>
                    <a:pt x="3451577" y="-9676"/>
                    <a:pt x="3453635" y="35172"/>
                    <a:pt x="3645134" y="0"/>
                  </a:cubicBezTo>
                  <a:cubicBezTo>
                    <a:pt x="3836633" y="-35172"/>
                    <a:pt x="4021486" y="74454"/>
                    <a:pt x="4365430" y="0"/>
                  </a:cubicBezTo>
                  <a:cubicBezTo>
                    <a:pt x="4380037" y="167372"/>
                    <a:pt x="4363745" y="231221"/>
                    <a:pt x="4365430" y="353897"/>
                  </a:cubicBezTo>
                  <a:cubicBezTo>
                    <a:pt x="4367115" y="476573"/>
                    <a:pt x="4338386" y="853758"/>
                    <a:pt x="4365430" y="1039574"/>
                  </a:cubicBezTo>
                  <a:cubicBezTo>
                    <a:pt x="4392474" y="1225390"/>
                    <a:pt x="4301888" y="1512866"/>
                    <a:pt x="4365430" y="1658895"/>
                  </a:cubicBezTo>
                  <a:cubicBezTo>
                    <a:pt x="4428972" y="1804924"/>
                    <a:pt x="4333047" y="2181139"/>
                    <a:pt x="4365430" y="2344571"/>
                  </a:cubicBezTo>
                  <a:cubicBezTo>
                    <a:pt x="4397813" y="2508003"/>
                    <a:pt x="4348370" y="2526047"/>
                    <a:pt x="4365430" y="2698468"/>
                  </a:cubicBezTo>
                  <a:cubicBezTo>
                    <a:pt x="4382490" y="2870889"/>
                    <a:pt x="4361225" y="2986200"/>
                    <a:pt x="4365430" y="3251433"/>
                  </a:cubicBezTo>
                  <a:cubicBezTo>
                    <a:pt x="4369635" y="3516666"/>
                    <a:pt x="4348977" y="3509071"/>
                    <a:pt x="4365430" y="3671686"/>
                  </a:cubicBezTo>
                  <a:cubicBezTo>
                    <a:pt x="4381883" y="3834301"/>
                    <a:pt x="4348442" y="4039234"/>
                    <a:pt x="4365430" y="4158296"/>
                  </a:cubicBezTo>
                  <a:cubicBezTo>
                    <a:pt x="4382418" y="4277358"/>
                    <a:pt x="4302397" y="4488190"/>
                    <a:pt x="4365430" y="4711260"/>
                  </a:cubicBezTo>
                  <a:cubicBezTo>
                    <a:pt x="4428463" y="4934330"/>
                    <a:pt x="4349863" y="5169459"/>
                    <a:pt x="4365430" y="5396937"/>
                  </a:cubicBezTo>
                  <a:cubicBezTo>
                    <a:pt x="4380997" y="5624415"/>
                    <a:pt x="4355040" y="5654182"/>
                    <a:pt x="4365430" y="5750834"/>
                  </a:cubicBezTo>
                  <a:cubicBezTo>
                    <a:pt x="4375820" y="5847486"/>
                    <a:pt x="4342546" y="6279966"/>
                    <a:pt x="4365430" y="6635578"/>
                  </a:cubicBezTo>
                  <a:cubicBezTo>
                    <a:pt x="4090813" y="6697871"/>
                    <a:pt x="4026582" y="6626677"/>
                    <a:pt x="3776097" y="6635578"/>
                  </a:cubicBezTo>
                  <a:cubicBezTo>
                    <a:pt x="3525612" y="6644479"/>
                    <a:pt x="3308658" y="6586699"/>
                    <a:pt x="3143110" y="6635578"/>
                  </a:cubicBezTo>
                  <a:cubicBezTo>
                    <a:pt x="2977562" y="6684457"/>
                    <a:pt x="2743167" y="6576708"/>
                    <a:pt x="2510122" y="6635578"/>
                  </a:cubicBezTo>
                  <a:cubicBezTo>
                    <a:pt x="2277077" y="6694448"/>
                    <a:pt x="2164345" y="6597518"/>
                    <a:pt x="1877135" y="6635578"/>
                  </a:cubicBezTo>
                  <a:cubicBezTo>
                    <a:pt x="1589925" y="6673638"/>
                    <a:pt x="1568692" y="6633448"/>
                    <a:pt x="1375110" y="6635578"/>
                  </a:cubicBezTo>
                  <a:cubicBezTo>
                    <a:pt x="1181528" y="6637708"/>
                    <a:pt x="1107937" y="6619355"/>
                    <a:pt x="916740" y="6635578"/>
                  </a:cubicBezTo>
                  <a:cubicBezTo>
                    <a:pt x="725543" y="6651801"/>
                    <a:pt x="587012" y="6595762"/>
                    <a:pt x="502024" y="6635578"/>
                  </a:cubicBezTo>
                  <a:cubicBezTo>
                    <a:pt x="417036" y="6675394"/>
                    <a:pt x="131167" y="6583766"/>
                    <a:pt x="0" y="6635578"/>
                  </a:cubicBezTo>
                  <a:cubicBezTo>
                    <a:pt x="-46858" y="6436822"/>
                    <a:pt x="50688" y="6281605"/>
                    <a:pt x="0" y="6082613"/>
                  </a:cubicBezTo>
                  <a:cubicBezTo>
                    <a:pt x="-50688" y="5883621"/>
                    <a:pt x="10793" y="5750236"/>
                    <a:pt x="0" y="5596004"/>
                  </a:cubicBezTo>
                  <a:cubicBezTo>
                    <a:pt x="-10793" y="5441772"/>
                    <a:pt x="12932" y="5336886"/>
                    <a:pt x="0" y="5175751"/>
                  </a:cubicBezTo>
                  <a:cubicBezTo>
                    <a:pt x="-12932" y="5014616"/>
                    <a:pt x="9799" y="4854953"/>
                    <a:pt x="0" y="4556430"/>
                  </a:cubicBezTo>
                  <a:cubicBezTo>
                    <a:pt x="-9799" y="4257907"/>
                    <a:pt x="27332" y="4178910"/>
                    <a:pt x="0" y="3870754"/>
                  </a:cubicBezTo>
                  <a:cubicBezTo>
                    <a:pt x="-27332" y="3562598"/>
                    <a:pt x="57815" y="3469845"/>
                    <a:pt x="0" y="3317789"/>
                  </a:cubicBezTo>
                  <a:cubicBezTo>
                    <a:pt x="-57815" y="3165733"/>
                    <a:pt x="14008" y="2919098"/>
                    <a:pt x="0" y="2764824"/>
                  </a:cubicBezTo>
                  <a:cubicBezTo>
                    <a:pt x="-14008" y="2610551"/>
                    <a:pt x="26442" y="2454411"/>
                    <a:pt x="0" y="2278215"/>
                  </a:cubicBezTo>
                  <a:cubicBezTo>
                    <a:pt x="-26442" y="2102019"/>
                    <a:pt x="51725" y="1955035"/>
                    <a:pt x="0" y="1791606"/>
                  </a:cubicBezTo>
                  <a:cubicBezTo>
                    <a:pt x="-51725" y="1628177"/>
                    <a:pt x="52076" y="1425666"/>
                    <a:pt x="0" y="1238641"/>
                  </a:cubicBezTo>
                  <a:cubicBezTo>
                    <a:pt x="-52076" y="1051616"/>
                    <a:pt x="20982" y="914816"/>
                    <a:pt x="0" y="818388"/>
                  </a:cubicBezTo>
                  <a:cubicBezTo>
                    <a:pt x="-20982" y="721960"/>
                    <a:pt x="41413" y="396046"/>
                    <a:pt x="0" y="0"/>
                  </a:cubicBezTo>
                  <a:close/>
                </a:path>
                <a:path w="4365430" h="6635578" stroke="0" extrusionOk="0">
                  <a:moveTo>
                    <a:pt x="0" y="0"/>
                  </a:moveTo>
                  <a:cubicBezTo>
                    <a:pt x="217525" y="-12419"/>
                    <a:pt x="315514" y="11590"/>
                    <a:pt x="502024" y="0"/>
                  </a:cubicBezTo>
                  <a:cubicBezTo>
                    <a:pt x="688534" y="-11590"/>
                    <a:pt x="714578" y="18229"/>
                    <a:pt x="916740" y="0"/>
                  </a:cubicBezTo>
                  <a:cubicBezTo>
                    <a:pt x="1118902" y="-18229"/>
                    <a:pt x="1282886" y="19333"/>
                    <a:pt x="1418765" y="0"/>
                  </a:cubicBezTo>
                  <a:cubicBezTo>
                    <a:pt x="1554645" y="-19333"/>
                    <a:pt x="1719928" y="12659"/>
                    <a:pt x="1964444" y="0"/>
                  </a:cubicBezTo>
                  <a:cubicBezTo>
                    <a:pt x="2208960" y="-12659"/>
                    <a:pt x="2328244" y="35742"/>
                    <a:pt x="2422814" y="0"/>
                  </a:cubicBezTo>
                  <a:cubicBezTo>
                    <a:pt x="2517384" y="-35742"/>
                    <a:pt x="2719552" y="37585"/>
                    <a:pt x="2837530" y="0"/>
                  </a:cubicBezTo>
                  <a:cubicBezTo>
                    <a:pt x="2955508" y="-37585"/>
                    <a:pt x="3122991" y="34303"/>
                    <a:pt x="3252245" y="0"/>
                  </a:cubicBezTo>
                  <a:cubicBezTo>
                    <a:pt x="3381500" y="-34303"/>
                    <a:pt x="3565176" y="38799"/>
                    <a:pt x="3797924" y="0"/>
                  </a:cubicBezTo>
                  <a:cubicBezTo>
                    <a:pt x="4030672" y="-38799"/>
                    <a:pt x="4212048" y="57577"/>
                    <a:pt x="4365430" y="0"/>
                  </a:cubicBezTo>
                  <a:cubicBezTo>
                    <a:pt x="4403523" y="81378"/>
                    <a:pt x="4338908" y="227226"/>
                    <a:pt x="4365430" y="353897"/>
                  </a:cubicBezTo>
                  <a:cubicBezTo>
                    <a:pt x="4391952" y="480568"/>
                    <a:pt x="4319485" y="856455"/>
                    <a:pt x="4365430" y="1039574"/>
                  </a:cubicBezTo>
                  <a:cubicBezTo>
                    <a:pt x="4411375" y="1222693"/>
                    <a:pt x="4325947" y="1280303"/>
                    <a:pt x="4365430" y="1459827"/>
                  </a:cubicBezTo>
                  <a:cubicBezTo>
                    <a:pt x="4404913" y="1639351"/>
                    <a:pt x="4364637" y="1745831"/>
                    <a:pt x="4365430" y="1880080"/>
                  </a:cubicBezTo>
                  <a:cubicBezTo>
                    <a:pt x="4366223" y="2014329"/>
                    <a:pt x="4315824" y="2303679"/>
                    <a:pt x="4365430" y="2499401"/>
                  </a:cubicBezTo>
                  <a:cubicBezTo>
                    <a:pt x="4415036" y="2695123"/>
                    <a:pt x="4336499" y="2847677"/>
                    <a:pt x="4365430" y="2986010"/>
                  </a:cubicBezTo>
                  <a:cubicBezTo>
                    <a:pt x="4394361" y="3124343"/>
                    <a:pt x="4350590" y="3474515"/>
                    <a:pt x="4365430" y="3605331"/>
                  </a:cubicBezTo>
                  <a:cubicBezTo>
                    <a:pt x="4380270" y="3736147"/>
                    <a:pt x="4347043" y="3905372"/>
                    <a:pt x="4365430" y="4091940"/>
                  </a:cubicBezTo>
                  <a:cubicBezTo>
                    <a:pt x="4383817" y="4278508"/>
                    <a:pt x="4339317" y="4466316"/>
                    <a:pt x="4365430" y="4711260"/>
                  </a:cubicBezTo>
                  <a:cubicBezTo>
                    <a:pt x="4391543" y="4956204"/>
                    <a:pt x="4350501" y="5033776"/>
                    <a:pt x="4365430" y="5131514"/>
                  </a:cubicBezTo>
                  <a:cubicBezTo>
                    <a:pt x="4380359" y="5229252"/>
                    <a:pt x="4335201" y="5567861"/>
                    <a:pt x="4365430" y="5684478"/>
                  </a:cubicBezTo>
                  <a:cubicBezTo>
                    <a:pt x="4395659" y="5801095"/>
                    <a:pt x="4325840" y="6304832"/>
                    <a:pt x="4365430" y="6635578"/>
                  </a:cubicBezTo>
                  <a:cubicBezTo>
                    <a:pt x="4075848" y="6642708"/>
                    <a:pt x="3893532" y="6616091"/>
                    <a:pt x="3732443" y="6635578"/>
                  </a:cubicBezTo>
                  <a:cubicBezTo>
                    <a:pt x="3571354" y="6655065"/>
                    <a:pt x="3498887" y="6592640"/>
                    <a:pt x="3317727" y="6635578"/>
                  </a:cubicBezTo>
                  <a:cubicBezTo>
                    <a:pt x="3136567" y="6678516"/>
                    <a:pt x="2949773" y="6626053"/>
                    <a:pt x="2815702" y="6635578"/>
                  </a:cubicBezTo>
                  <a:cubicBezTo>
                    <a:pt x="2681632" y="6645103"/>
                    <a:pt x="2426680" y="6602817"/>
                    <a:pt x="2270024" y="6635578"/>
                  </a:cubicBezTo>
                  <a:cubicBezTo>
                    <a:pt x="2113368" y="6668339"/>
                    <a:pt x="1995616" y="6595385"/>
                    <a:pt x="1855308" y="6635578"/>
                  </a:cubicBezTo>
                  <a:cubicBezTo>
                    <a:pt x="1715000" y="6675771"/>
                    <a:pt x="1509421" y="6597600"/>
                    <a:pt x="1396938" y="6635578"/>
                  </a:cubicBezTo>
                  <a:cubicBezTo>
                    <a:pt x="1284455" y="6673556"/>
                    <a:pt x="1082103" y="6615692"/>
                    <a:pt x="938567" y="6635578"/>
                  </a:cubicBezTo>
                  <a:cubicBezTo>
                    <a:pt x="795031" y="6655464"/>
                    <a:pt x="614421" y="6581063"/>
                    <a:pt x="480197" y="6635578"/>
                  </a:cubicBezTo>
                  <a:cubicBezTo>
                    <a:pt x="345973" y="6690093"/>
                    <a:pt x="239742" y="6626959"/>
                    <a:pt x="0" y="6635578"/>
                  </a:cubicBezTo>
                  <a:cubicBezTo>
                    <a:pt x="-1932" y="6346207"/>
                    <a:pt x="8383" y="6240193"/>
                    <a:pt x="0" y="6016257"/>
                  </a:cubicBezTo>
                  <a:cubicBezTo>
                    <a:pt x="-8383" y="5792321"/>
                    <a:pt x="16342" y="5698457"/>
                    <a:pt x="0" y="5596004"/>
                  </a:cubicBezTo>
                  <a:cubicBezTo>
                    <a:pt x="-16342" y="5493551"/>
                    <a:pt x="15757" y="5346105"/>
                    <a:pt x="0" y="5242107"/>
                  </a:cubicBezTo>
                  <a:cubicBezTo>
                    <a:pt x="-15757" y="5138109"/>
                    <a:pt x="26206" y="4868526"/>
                    <a:pt x="0" y="4622786"/>
                  </a:cubicBezTo>
                  <a:cubicBezTo>
                    <a:pt x="-26206" y="4377046"/>
                    <a:pt x="24524" y="4141649"/>
                    <a:pt x="0" y="4003465"/>
                  </a:cubicBezTo>
                  <a:cubicBezTo>
                    <a:pt x="-24524" y="3865281"/>
                    <a:pt x="79250" y="3542930"/>
                    <a:pt x="0" y="3317789"/>
                  </a:cubicBezTo>
                  <a:cubicBezTo>
                    <a:pt x="-79250" y="3092648"/>
                    <a:pt x="42413" y="2891922"/>
                    <a:pt x="0" y="2698468"/>
                  </a:cubicBezTo>
                  <a:cubicBezTo>
                    <a:pt x="-42413" y="2505014"/>
                    <a:pt x="32659" y="2305676"/>
                    <a:pt x="0" y="2079148"/>
                  </a:cubicBezTo>
                  <a:cubicBezTo>
                    <a:pt x="-32659" y="1852620"/>
                    <a:pt x="8924" y="1875614"/>
                    <a:pt x="0" y="1725250"/>
                  </a:cubicBezTo>
                  <a:cubicBezTo>
                    <a:pt x="-8924" y="1574886"/>
                    <a:pt x="60816" y="1431873"/>
                    <a:pt x="0" y="1172285"/>
                  </a:cubicBezTo>
                  <a:cubicBezTo>
                    <a:pt x="-60816" y="912697"/>
                    <a:pt x="33621" y="769898"/>
                    <a:pt x="0" y="619321"/>
                  </a:cubicBezTo>
                  <a:cubicBezTo>
                    <a:pt x="-33621" y="468744"/>
                    <a:pt x="73934" y="209951"/>
                    <a:pt x="0" y="0"/>
                  </a:cubicBezTo>
                  <a:close/>
                </a:path>
              </a:pathLst>
            </a:custGeom>
            <a:solidFill>
              <a:srgbClr val="47957E"/>
            </a:solidFill>
            <a:ln w="76200">
              <a:solidFill>
                <a:srgbClr val="47957E"/>
              </a:solidFill>
              <a:extLst>
                <a:ext uri="{C807C97D-BFC1-408E-A445-0C87EB9F89A2}">
                  <ask:lineSketchStyleProps xmlns:ask="http://schemas.microsoft.com/office/drawing/2018/sketchyshapes" sd="213332286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s-AR" sz="7200" b="1" dirty="0">
                <a:solidFill>
                  <a:schemeClr val="accent2"/>
                </a:solidFill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64878164-B1A9-7BCB-E022-4090B1865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1259" y="2163778"/>
            <a:ext cx="5687272" cy="4399984"/>
          </a:xfrm>
        </p:spPr>
        <p:txBody>
          <a:bodyPr>
            <a:noAutofit/>
          </a:bodyPr>
          <a:lstStyle/>
          <a:p>
            <a:pPr algn="r"/>
            <a:r>
              <a:rPr lang="es-ES" sz="4000" b="1" dirty="0">
                <a:solidFill>
                  <a:schemeClr val="bg1"/>
                </a:solidFill>
              </a:rPr>
              <a:t>Buen desempeño </a:t>
            </a:r>
            <a:r>
              <a:rPr lang="es-ES" sz="4000" dirty="0">
                <a:solidFill>
                  <a:schemeClr val="bg1"/>
                </a:solidFill>
              </a:rPr>
              <a:t>en la clasificación visual de objetos cotidianos. </a:t>
            </a:r>
          </a:p>
          <a:p>
            <a:pPr algn="r"/>
            <a:r>
              <a:rPr lang="es-ES" sz="4000" b="1" dirty="0">
                <a:solidFill>
                  <a:schemeClr val="bg1"/>
                </a:solidFill>
              </a:rPr>
              <a:t>Limitaciones en la clasificación fina</a:t>
            </a:r>
            <a:r>
              <a:rPr lang="es-ES" sz="4000" dirty="0">
                <a:solidFill>
                  <a:schemeClr val="bg1"/>
                </a:solidFill>
              </a:rPr>
              <a:t>. </a:t>
            </a:r>
          </a:p>
          <a:p>
            <a:pPr algn="r"/>
            <a:r>
              <a:rPr lang="es-ES" sz="4000" dirty="0">
                <a:solidFill>
                  <a:schemeClr val="bg1"/>
                </a:solidFill>
              </a:rPr>
              <a:t>Asertividad de </a:t>
            </a:r>
            <a:r>
              <a:rPr lang="es-ES" sz="4000" b="1" dirty="0">
                <a:solidFill>
                  <a:schemeClr val="bg1"/>
                </a:solidFill>
              </a:rPr>
              <a:t>70-80%</a:t>
            </a:r>
            <a:r>
              <a:rPr lang="es-ES" sz="4000" dirty="0">
                <a:solidFill>
                  <a:schemeClr val="bg1"/>
                </a:solidFill>
              </a:rPr>
              <a:t> en objetos visualizados</a:t>
            </a:r>
            <a:r>
              <a:rPr lang="es-ES" sz="3200" dirty="0">
                <a:solidFill>
                  <a:schemeClr val="bg1"/>
                </a:solidFill>
              </a:rPr>
              <a:t>.</a:t>
            </a:r>
            <a:endParaRPr lang="es-AR" sz="3200" dirty="0">
              <a:solidFill>
                <a:schemeClr val="bg1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15E165B-4AFB-AAF2-3320-A97871126C3D}"/>
              </a:ext>
            </a:extLst>
          </p:cNvPr>
          <p:cNvSpPr/>
          <p:nvPr/>
        </p:nvSpPr>
        <p:spPr>
          <a:xfrm>
            <a:off x="1876177" y="2715493"/>
            <a:ext cx="3702971" cy="35487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7" name="Imagen 16" descr="Revoltech Pixar Figure Collection No.002 WALL-E Kaiyodo [JAPAN] | eBay">
            <a:extLst>
              <a:ext uri="{FF2B5EF4-FFF2-40B4-BE49-F238E27FC236}">
                <a16:creationId xmlns:a16="http://schemas.microsoft.com/office/drawing/2014/main" id="{4C58D450-1359-E843-8975-3D3CBEFE96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508" y="3427011"/>
            <a:ext cx="1937914" cy="20894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C47717E-5230-D8E1-6DE7-C34A9E394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38440"/>
            <a:ext cx="4282285" cy="943513"/>
          </a:xfrm>
        </p:spPr>
        <p:txBody>
          <a:bodyPr>
            <a:normAutofit fontScale="90000"/>
          </a:bodyPr>
          <a:lstStyle/>
          <a:p>
            <a:r>
              <a:rPr lang="es-AR" sz="7200" b="1" dirty="0">
                <a:solidFill>
                  <a:schemeClr val="accent2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2029979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9">
      <a:dk1>
        <a:srgbClr val="47957E"/>
      </a:dk1>
      <a:lt1>
        <a:sysClr val="window" lastClr="FFFFFF"/>
      </a:lt1>
      <a:dk2>
        <a:srgbClr val="75BDA7"/>
      </a:dk2>
      <a:lt2>
        <a:srgbClr val="CEDBE6"/>
      </a:lt2>
      <a:accent1>
        <a:srgbClr val="316757"/>
      </a:accent1>
      <a:accent2>
        <a:srgbClr val="F6BB0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75BDA7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122</Words>
  <Application>Microsoft Office PowerPoint</Application>
  <PresentationFormat>Panorámica</PresentationFormat>
  <Paragraphs>25</Paragraphs>
  <Slides>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Cordia New</vt:lpstr>
      <vt:lpstr>Tema de Office</vt:lpstr>
      <vt:lpstr>Clasificador de Residuos  con Visión por Computadora</vt:lpstr>
      <vt:lpstr>PROBLEMA</vt:lpstr>
      <vt:lpstr>SOLUCIÓN</vt:lpstr>
      <vt:lpstr>METODOLOGÍAS</vt:lpstr>
      <vt:lpstr>DESAFÍOS </vt:lpstr>
      <vt:lpstr>RESULTADOS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Valeria Feito</dc:creator>
  <cp:lastModifiedBy>Valeria Feito</cp:lastModifiedBy>
  <cp:revision>1</cp:revision>
  <dcterms:created xsi:type="dcterms:W3CDTF">2025-06-12T04:43:56Z</dcterms:created>
  <dcterms:modified xsi:type="dcterms:W3CDTF">2025-06-18T20:19:11Z</dcterms:modified>
</cp:coreProperties>
</file>